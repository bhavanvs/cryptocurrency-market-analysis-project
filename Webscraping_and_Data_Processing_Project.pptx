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8" r:id="rId4"/>
    <p:sldId id="259" r:id="rId5"/>
    <p:sldId id="278" r:id="rId6"/>
    <p:sldId id="261" r:id="rId7"/>
    <p:sldId id="272" r:id="rId8"/>
    <p:sldId id="273" r:id="rId9"/>
    <p:sldId id="274" r:id="rId10"/>
    <p:sldId id="275" r:id="rId11"/>
    <p:sldId id="276" r:id="rId12"/>
    <p:sldId id="269" r:id="rId13"/>
    <p:sldId id="270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660"/>
  </p:normalViewPr>
  <p:slideViewPr>
    <p:cSldViewPr>
      <p:cViewPr varScale="1">
        <p:scale>
          <a:sx n="48" d="100"/>
          <a:sy n="48" d="100"/>
        </p:scale>
        <p:origin x="41" y="7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4CF45-F33D-494B-9B00-4814391182B8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2A4F8-B4E6-4695-A92D-B8182471E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2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A4F8-B4E6-4695-A92D-B8182471E8D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623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A4F8-B4E6-4695-A92D-B8182471E8D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536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0172-B5F4-CDE3-79F3-D4D9BB95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7386C-A085-3B9B-C628-A41597CE2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920D4-E83D-95ED-A486-246A35A1F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15F18-9DDE-5447-DC05-DBCABF53E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A4F8-B4E6-4695-A92D-B8182471E8D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832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5794375"/>
          </a:xfrm>
          <a:custGeom>
            <a:avLst/>
            <a:gdLst/>
            <a:ahLst/>
            <a:cxnLst/>
            <a:rect l="l" t="t" r="r" b="b"/>
            <a:pathLst>
              <a:path w="12192000" h="5794375">
                <a:moveTo>
                  <a:pt x="12192000" y="0"/>
                </a:moveTo>
                <a:lnTo>
                  <a:pt x="0" y="0"/>
                </a:lnTo>
                <a:lnTo>
                  <a:pt x="0" y="5794248"/>
                </a:lnTo>
                <a:lnTo>
                  <a:pt x="12192000" y="57942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3391" y="1804796"/>
            <a:ext cx="543052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80770"/>
          </a:xfrm>
          <a:custGeom>
            <a:avLst/>
            <a:gdLst/>
            <a:ahLst/>
            <a:cxnLst/>
            <a:rect l="l" t="t" r="r" b="b"/>
            <a:pathLst>
              <a:path w="12192000" h="1080770">
                <a:moveTo>
                  <a:pt x="12192000" y="0"/>
                </a:moveTo>
                <a:lnTo>
                  <a:pt x="0" y="0"/>
                </a:lnTo>
                <a:lnTo>
                  <a:pt x="0" y="1080515"/>
                </a:lnTo>
                <a:lnTo>
                  <a:pt x="12192000" y="108051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B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51459" y="208788"/>
            <a:ext cx="1572895" cy="399415"/>
          </a:xfrm>
          <a:custGeom>
            <a:avLst/>
            <a:gdLst/>
            <a:ahLst/>
            <a:cxnLst/>
            <a:rect l="l" t="t" r="r" b="b"/>
            <a:pathLst>
              <a:path w="1572895" h="399415">
                <a:moveTo>
                  <a:pt x="1373124" y="0"/>
                </a:moveTo>
                <a:lnTo>
                  <a:pt x="0" y="0"/>
                </a:lnTo>
                <a:lnTo>
                  <a:pt x="0" y="199643"/>
                </a:lnTo>
                <a:lnTo>
                  <a:pt x="5272" y="245412"/>
                </a:lnTo>
                <a:lnTo>
                  <a:pt x="20291" y="287431"/>
                </a:lnTo>
                <a:lnTo>
                  <a:pt x="43859" y="324500"/>
                </a:lnTo>
                <a:lnTo>
                  <a:pt x="74776" y="355420"/>
                </a:lnTo>
                <a:lnTo>
                  <a:pt x="111845" y="378991"/>
                </a:lnTo>
                <a:lnTo>
                  <a:pt x="153867" y="394013"/>
                </a:lnTo>
                <a:lnTo>
                  <a:pt x="199644" y="399287"/>
                </a:lnTo>
                <a:lnTo>
                  <a:pt x="1572767" y="399287"/>
                </a:lnTo>
                <a:lnTo>
                  <a:pt x="1572767" y="199643"/>
                </a:lnTo>
                <a:lnTo>
                  <a:pt x="1567493" y="153875"/>
                </a:lnTo>
                <a:lnTo>
                  <a:pt x="1552471" y="111856"/>
                </a:lnTo>
                <a:lnTo>
                  <a:pt x="1528900" y="74787"/>
                </a:lnTo>
                <a:lnTo>
                  <a:pt x="1497980" y="43867"/>
                </a:lnTo>
                <a:lnTo>
                  <a:pt x="1460911" y="20296"/>
                </a:lnTo>
                <a:lnTo>
                  <a:pt x="1418892" y="5274"/>
                </a:lnTo>
                <a:lnTo>
                  <a:pt x="13731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03019" y="254508"/>
            <a:ext cx="309880" cy="307975"/>
          </a:xfrm>
          <a:custGeom>
            <a:avLst/>
            <a:gdLst/>
            <a:ahLst/>
            <a:cxnLst/>
            <a:rect l="l" t="t" r="r" b="b"/>
            <a:pathLst>
              <a:path w="309880" h="307975">
                <a:moveTo>
                  <a:pt x="154686" y="0"/>
                </a:moveTo>
                <a:lnTo>
                  <a:pt x="105777" y="7851"/>
                </a:lnTo>
                <a:lnTo>
                  <a:pt x="63313" y="29711"/>
                </a:lnTo>
                <a:lnTo>
                  <a:pt x="29833" y="63038"/>
                </a:lnTo>
                <a:lnTo>
                  <a:pt x="7882" y="105290"/>
                </a:lnTo>
                <a:lnTo>
                  <a:pt x="0" y="153924"/>
                </a:lnTo>
                <a:lnTo>
                  <a:pt x="7882" y="202557"/>
                </a:lnTo>
                <a:lnTo>
                  <a:pt x="29833" y="244809"/>
                </a:lnTo>
                <a:lnTo>
                  <a:pt x="63313" y="278136"/>
                </a:lnTo>
                <a:lnTo>
                  <a:pt x="105777" y="299996"/>
                </a:lnTo>
                <a:lnTo>
                  <a:pt x="154686" y="307848"/>
                </a:lnTo>
                <a:lnTo>
                  <a:pt x="203594" y="299996"/>
                </a:lnTo>
                <a:lnTo>
                  <a:pt x="246058" y="278136"/>
                </a:lnTo>
                <a:lnTo>
                  <a:pt x="279538" y="244809"/>
                </a:lnTo>
                <a:lnTo>
                  <a:pt x="301489" y="202557"/>
                </a:lnTo>
                <a:lnTo>
                  <a:pt x="309372" y="153924"/>
                </a:lnTo>
                <a:lnTo>
                  <a:pt x="301489" y="105290"/>
                </a:lnTo>
                <a:lnTo>
                  <a:pt x="279538" y="63038"/>
                </a:lnTo>
                <a:lnTo>
                  <a:pt x="246058" y="29711"/>
                </a:lnTo>
                <a:lnTo>
                  <a:pt x="203594" y="7851"/>
                </a:lnTo>
                <a:lnTo>
                  <a:pt x="154686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317" y="77876"/>
            <a:ext cx="970724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pp.powerbi.com/view?r=eyJrIjoiODY4YjUxZGEtNWNiZi00NWVlLWE3ZTctOWVmZjI1NDUyMTIxIiwidCI6ImM2ZTU0OWIzLTVmNDUtNDAzMi1hYWU5LWQ0MjQ0ZGM1YjJjNCJ9&amp;pageName=34c238eb61225f0155f1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5794375"/>
          </a:xfrm>
          <a:custGeom>
            <a:avLst/>
            <a:gdLst/>
            <a:ahLst/>
            <a:cxnLst/>
            <a:rect l="l" t="t" r="r" b="b"/>
            <a:pathLst>
              <a:path w="12192000" h="5794375">
                <a:moveTo>
                  <a:pt x="12192000" y="0"/>
                </a:moveTo>
                <a:lnTo>
                  <a:pt x="0" y="0"/>
                </a:lnTo>
                <a:lnTo>
                  <a:pt x="0" y="5794248"/>
                </a:lnTo>
                <a:lnTo>
                  <a:pt x="12192000" y="57942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B48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83411" y="6229908"/>
            <a:ext cx="11677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CC99"/>
                </a:solidFill>
                <a:latin typeface="Tahoma"/>
                <a:cs typeface="Tahoma"/>
              </a:rPr>
              <a:t>PRESENTATION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8425" y="6229908"/>
            <a:ext cx="3193033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b="1" dirty="0" err="1">
                <a:solidFill>
                  <a:srgbClr val="00CC99"/>
                </a:solidFill>
                <a:latin typeface="Tahoma"/>
                <a:cs typeface="Tahoma"/>
              </a:rPr>
              <a:t>cOURSE</a:t>
            </a:r>
            <a:r>
              <a:rPr sz="1100" b="1" spc="9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00CC99"/>
                </a:solidFill>
                <a:latin typeface="Tahoma"/>
                <a:cs typeface="Tahoma"/>
              </a:rPr>
              <a:t>:</a:t>
            </a:r>
            <a:r>
              <a:rPr sz="1100" b="1" spc="9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lang="en-IN" sz="1050" dirty="0">
                <a:solidFill>
                  <a:srgbClr val="7E7E7E"/>
                </a:solidFill>
                <a:latin typeface="Arial MT"/>
              </a:rPr>
              <a:t>MSc Computer Science &amp; Data Science</a:t>
            </a:r>
            <a:endParaRPr sz="1050" dirty="0">
              <a:solidFill>
                <a:srgbClr val="7E7E7E"/>
              </a:solidFill>
              <a:latin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01200" y="6218699"/>
            <a:ext cx="20574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50" dirty="0">
                <a:solidFill>
                  <a:srgbClr val="00CC99"/>
                </a:solidFill>
                <a:latin typeface="Tahoma"/>
                <a:cs typeface="Tahoma"/>
              </a:rPr>
              <a:t>PREPARED</a:t>
            </a:r>
            <a:r>
              <a:rPr sz="1100" b="1" dirty="0">
                <a:solidFill>
                  <a:srgbClr val="00CC99"/>
                </a:solidFill>
                <a:latin typeface="Tahoma"/>
                <a:cs typeface="Tahoma"/>
              </a:rPr>
              <a:t> BY</a:t>
            </a:r>
            <a:r>
              <a:rPr sz="1100" b="1" spc="5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00CC99"/>
                </a:solidFill>
                <a:latin typeface="Tahoma"/>
                <a:cs typeface="Tahoma"/>
              </a:rPr>
              <a:t>:</a:t>
            </a:r>
            <a:r>
              <a:rPr sz="1100" b="1" spc="2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67070"/>
                </a:solidFill>
                <a:latin typeface="Arial MT"/>
                <a:cs typeface="Arial MT"/>
              </a:rPr>
              <a:t>Bhavan</a:t>
            </a:r>
            <a:r>
              <a:rPr sz="1050" spc="-5" dirty="0">
                <a:solidFill>
                  <a:srgbClr val="767070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767070"/>
                </a:solidFill>
                <a:latin typeface="Arial MT"/>
                <a:cs typeface="Arial MT"/>
              </a:rPr>
              <a:t>V</a:t>
            </a:r>
            <a:r>
              <a:rPr lang="en-IN" sz="1050" spc="-25" dirty="0">
                <a:solidFill>
                  <a:srgbClr val="767070"/>
                </a:solidFill>
                <a:latin typeface="Arial MT"/>
                <a:cs typeface="Arial MT"/>
              </a:rPr>
              <a:t>ASU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1040" y="4742688"/>
            <a:ext cx="1632585" cy="452755"/>
          </a:xfrm>
          <a:custGeom>
            <a:avLst/>
            <a:gdLst/>
            <a:ahLst/>
            <a:cxnLst/>
            <a:rect l="l" t="t" r="r" b="b"/>
            <a:pathLst>
              <a:path w="1632585" h="452754">
                <a:moveTo>
                  <a:pt x="1405890" y="0"/>
                </a:moveTo>
                <a:lnTo>
                  <a:pt x="226313" y="0"/>
                </a:lnTo>
                <a:lnTo>
                  <a:pt x="180702" y="4598"/>
                </a:lnTo>
                <a:lnTo>
                  <a:pt x="138220" y="17787"/>
                </a:lnTo>
                <a:lnTo>
                  <a:pt x="99778" y="38656"/>
                </a:lnTo>
                <a:lnTo>
                  <a:pt x="66284" y="66293"/>
                </a:lnTo>
                <a:lnTo>
                  <a:pt x="38649" y="99789"/>
                </a:lnTo>
                <a:lnTo>
                  <a:pt x="17784" y="138231"/>
                </a:lnTo>
                <a:lnTo>
                  <a:pt x="4597" y="180710"/>
                </a:lnTo>
                <a:lnTo>
                  <a:pt x="0" y="226313"/>
                </a:lnTo>
                <a:lnTo>
                  <a:pt x="4597" y="271917"/>
                </a:lnTo>
                <a:lnTo>
                  <a:pt x="17784" y="314396"/>
                </a:lnTo>
                <a:lnTo>
                  <a:pt x="38649" y="352838"/>
                </a:lnTo>
                <a:lnTo>
                  <a:pt x="66284" y="386334"/>
                </a:lnTo>
                <a:lnTo>
                  <a:pt x="99778" y="413971"/>
                </a:lnTo>
                <a:lnTo>
                  <a:pt x="138220" y="434840"/>
                </a:lnTo>
                <a:lnTo>
                  <a:pt x="180702" y="448029"/>
                </a:lnTo>
                <a:lnTo>
                  <a:pt x="226313" y="452628"/>
                </a:lnTo>
                <a:lnTo>
                  <a:pt x="1405890" y="452628"/>
                </a:lnTo>
                <a:lnTo>
                  <a:pt x="1451493" y="448029"/>
                </a:lnTo>
                <a:lnTo>
                  <a:pt x="1493972" y="434840"/>
                </a:lnTo>
                <a:lnTo>
                  <a:pt x="1532414" y="413971"/>
                </a:lnTo>
                <a:lnTo>
                  <a:pt x="1565910" y="386334"/>
                </a:lnTo>
                <a:lnTo>
                  <a:pt x="1593547" y="352838"/>
                </a:lnTo>
                <a:lnTo>
                  <a:pt x="1614416" y="314396"/>
                </a:lnTo>
                <a:lnTo>
                  <a:pt x="1627605" y="271917"/>
                </a:lnTo>
                <a:lnTo>
                  <a:pt x="1632203" y="226313"/>
                </a:lnTo>
                <a:lnTo>
                  <a:pt x="1627605" y="180710"/>
                </a:lnTo>
                <a:lnTo>
                  <a:pt x="1614416" y="138231"/>
                </a:lnTo>
                <a:lnTo>
                  <a:pt x="1593547" y="99789"/>
                </a:lnTo>
                <a:lnTo>
                  <a:pt x="1565910" y="66293"/>
                </a:lnTo>
                <a:lnTo>
                  <a:pt x="1532414" y="38656"/>
                </a:lnTo>
                <a:lnTo>
                  <a:pt x="1493972" y="17787"/>
                </a:lnTo>
                <a:lnTo>
                  <a:pt x="1451493" y="4598"/>
                </a:lnTo>
                <a:lnTo>
                  <a:pt x="1405890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6998" y="4850638"/>
            <a:ext cx="11677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044" y="4283964"/>
            <a:ext cx="103631" cy="1036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644" y="4283964"/>
            <a:ext cx="103631" cy="10363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4283964"/>
            <a:ext cx="103631" cy="10363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871459" y="1373124"/>
            <a:ext cx="2880360" cy="2880360"/>
            <a:chOff x="7871459" y="1373124"/>
            <a:chExt cx="2880360" cy="2880360"/>
          </a:xfrm>
        </p:grpSpPr>
        <p:sp>
          <p:nvSpPr>
            <p:cNvPr id="12" name="object 12"/>
            <p:cNvSpPr/>
            <p:nvPr/>
          </p:nvSpPr>
          <p:spPr>
            <a:xfrm>
              <a:off x="7871459" y="1373124"/>
              <a:ext cx="2880360" cy="2880360"/>
            </a:xfrm>
            <a:custGeom>
              <a:avLst/>
              <a:gdLst/>
              <a:ahLst/>
              <a:cxnLst/>
              <a:rect l="l" t="t" r="r" b="b"/>
              <a:pathLst>
                <a:path w="2880359" h="2880360">
                  <a:moveTo>
                    <a:pt x="1440180" y="0"/>
                  </a:moveTo>
                  <a:lnTo>
                    <a:pt x="1391674" y="801"/>
                  </a:lnTo>
                  <a:lnTo>
                    <a:pt x="1343570" y="3188"/>
                  </a:lnTo>
                  <a:lnTo>
                    <a:pt x="1295893" y="7137"/>
                  </a:lnTo>
                  <a:lnTo>
                    <a:pt x="1248667" y="12621"/>
                  </a:lnTo>
                  <a:lnTo>
                    <a:pt x="1201919" y="19615"/>
                  </a:lnTo>
                  <a:lnTo>
                    <a:pt x="1155674" y="28095"/>
                  </a:lnTo>
                  <a:lnTo>
                    <a:pt x="1109956" y="38035"/>
                  </a:lnTo>
                  <a:lnTo>
                    <a:pt x="1064791" y="49410"/>
                  </a:lnTo>
                  <a:lnTo>
                    <a:pt x="1020203" y="62194"/>
                  </a:lnTo>
                  <a:lnTo>
                    <a:pt x="976219" y="76363"/>
                  </a:lnTo>
                  <a:lnTo>
                    <a:pt x="932864" y="91891"/>
                  </a:lnTo>
                  <a:lnTo>
                    <a:pt x="890162" y="108753"/>
                  </a:lnTo>
                  <a:lnTo>
                    <a:pt x="848139" y="126924"/>
                  </a:lnTo>
                  <a:lnTo>
                    <a:pt x="806820" y="146379"/>
                  </a:lnTo>
                  <a:lnTo>
                    <a:pt x="766230" y="167092"/>
                  </a:lnTo>
                  <a:lnTo>
                    <a:pt x="726394" y="189039"/>
                  </a:lnTo>
                  <a:lnTo>
                    <a:pt x="687339" y="212193"/>
                  </a:lnTo>
                  <a:lnTo>
                    <a:pt x="649088" y="236530"/>
                  </a:lnTo>
                  <a:lnTo>
                    <a:pt x="611667" y="262025"/>
                  </a:lnTo>
                  <a:lnTo>
                    <a:pt x="575101" y="288653"/>
                  </a:lnTo>
                  <a:lnTo>
                    <a:pt x="539416" y="316387"/>
                  </a:lnTo>
                  <a:lnTo>
                    <a:pt x="504636" y="345204"/>
                  </a:lnTo>
                  <a:lnTo>
                    <a:pt x="470787" y="375077"/>
                  </a:lnTo>
                  <a:lnTo>
                    <a:pt x="437894" y="405983"/>
                  </a:lnTo>
                  <a:lnTo>
                    <a:pt x="405983" y="437894"/>
                  </a:lnTo>
                  <a:lnTo>
                    <a:pt x="375077" y="470787"/>
                  </a:lnTo>
                  <a:lnTo>
                    <a:pt x="345204" y="504636"/>
                  </a:lnTo>
                  <a:lnTo>
                    <a:pt x="316387" y="539416"/>
                  </a:lnTo>
                  <a:lnTo>
                    <a:pt x="288653" y="575101"/>
                  </a:lnTo>
                  <a:lnTo>
                    <a:pt x="262025" y="611667"/>
                  </a:lnTo>
                  <a:lnTo>
                    <a:pt x="236530" y="649088"/>
                  </a:lnTo>
                  <a:lnTo>
                    <a:pt x="212193" y="687339"/>
                  </a:lnTo>
                  <a:lnTo>
                    <a:pt x="189039" y="726394"/>
                  </a:lnTo>
                  <a:lnTo>
                    <a:pt x="167092" y="766230"/>
                  </a:lnTo>
                  <a:lnTo>
                    <a:pt x="146379" y="806820"/>
                  </a:lnTo>
                  <a:lnTo>
                    <a:pt x="126924" y="848139"/>
                  </a:lnTo>
                  <a:lnTo>
                    <a:pt x="108753" y="890162"/>
                  </a:lnTo>
                  <a:lnTo>
                    <a:pt x="91891" y="932864"/>
                  </a:lnTo>
                  <a:lnTo>
                    <a:pt x="76363" y="976219"/>
                  </a:lnTo>
                  <a:lnTo>
                    <a:pt x="62194" y="1020203"/>
                  </a:lnTo>
                  <a:lnTo>
                    <a:pt x="49410" y="1064791"/>
                  </a:lnTo>
                  <a:lnTo>
                    <a:pt x="38035" y="1109956"/>
                  </a:lnTo>
                  <a:lnTo>
                    <a:pt x="28095" y="1155674"/>
                  </a:lnTo>
                  <a:lnTo>
                    <a:pt x="19615" y="1201919"/>
                  </a:lnTo>
                  <a:lnTo>
                    <a:pt x="12621" y="1248667"/>
                  </a:lnTo>
                  <a:lnTo>
                    <a:pt x="7137" y="1295893"/>
                  </a:lnTo>
                  <a:lnTo>
                    <a:pt x="3188" y="1343570"/>
                  </a:lnTo>
                  <a:lnTo>
                    <a:pt x="801" y="1391674"/>
                  </a:lnTo>
                  <a:lnTo>
                    <a:pt x="0" y="1440179"/>
                  </a:lnTo>
                  <a:lnTo>
                    <a:pt x="801" y="1488685"/>
                  </a:lnTo>
                  <a:lnTo>
                    <a:pt x="3188" y="1536789"/>
                  </a:lnTo>
                  <a:lnTo>
                    <a:pt x="7137" y="1584466"/>
                  </a:lnTo>
                  <a:lnTo>
                    <a:pt x="12621" y="1631692"/>
                  </a:lnTo>
                  <a:lnTo>
                    <a:pt x="19615" y="1678440"/>
                  </a:lnTo>
                  <a:lnTo>
                    <a:pt x="28095" y="1724685"/>
                  </a:lnTo>
                  <a:lnTo>
                    <a:pt x="38035" y="1770403"/>
                  </a:lnTo>
                  <a:lnTo>
                    <a:pt x="49410" y="1815568"/>
                  </a:lnTo>
                  <a:lnTo>
                    <a:pt x="62194" y="1860156"/>
                  </a:lnTo>
                  <a:lnTo>
                    <a:pt x="76363" y="1904140"/>
                  </a:lnTo>
                  <a:lnTo>
                    <a:pt x="91891" y="1947495"/>
                  </a:lnTo>
                  <a:lnTo>
                    <a:pt x="108753" y="1990197"/>
                  </a:lnTo>
                  <a:lnTo>
                    <a:pt x="126924" y="2032220"/>
                  </a:lnTo>
                  <a:lnTo>
                    <a:pt x="146379" y="2073539"/>
                  </a:lnTo>
                  <a:lnTo>
                    <a:pt x="167092" y="2114129"/>
                  </a:lnTo>
                  <a:lnTo>
                    <a:pt x="189039" y="2153965"/>
                  </a:lnTo>
                  <a:lnTo>
                    <a:pt x="212193" y="2193020"/>
                  </a:lnTo>
                  <a:lnTo>
                    <a:pt x="236530" y="2231271"/>
                  </a:lnTo>
                  <a:lnTo>
                    <a:pt x="262025" y="2268692"/>
                  </a:lnTo>
                  <a:lnTo>
                    <a:pt x="288653" y="2305258"/>
                  </a:lnTo>
                  <a:lnTo>
                    <a:pt x="316387" y="2340943"/>
                  </a:lnTo>
                  <a:lnTo>
                    <a:pt x="345204" y="2375723"/>
                  </a:lnTo>
                  <a:lnTo>
                    <a:pt x="375077" y="2409572"/>
                  </a:lnTo>
                  <a:lnTo>
                    <a:pt x="405983" y="2442465"/>
                  </a:lnTo>
                  <a:lnTo>
                    <a:pt x="437894" y="2474376"/>
                  </a:lnTo>
                  <a:lnTo>
                    <a:pt x="470787" y="2505282"/>
                  </a:lnTo>
                  <a:lnTo>
                    <a:pt x="504636" y="2535155"/>
                  </a:lnTo>
                  <a:lnTo>
                    <a:pt x="539416" y="2563972"/>
                  </a:lnTo>
                  <a:lnTo>
                    <a:pt x="575101" y="2591706"/>
                  </a:lnTo>
                  <a:lnTo>
                    <a:pt x="611667" y="2618334"/>
                  </a:lnTo>
                  <a:lnTo>
                    <a:pt x="649088" y="2643829"/>
                  </a:lnTo>
                  <a:lnTo>
                    <a:pt x="687339" y="2668166"/>
                  </a:lnTo>
                  <a:lnTo>
                    <a:pt x="726394" y="2691320"/>
                  </a:lnTo>
                  <a:lnTo>
                    <a:pt x="766230" y="2713267"/>
                  </a:lnTo>
                  <a:lnTo>
                    <a:pt x="806820" y="2733980"/>
                  </a:lnTo>
                  <a:lnTo>
                    <a:pt x="848139" y="2753435"/>
                  </a:lnTo>
                  <a:lnTo>
                    <a:pt x="890162" y="2771606"/>
                  </a:lnTo>
                  <a:lnTo>
                    <a:pt x="932864" y="2788468"/>
                  </a:lnTo>
                  <a:lnTo>
                    <a:pt x="976219" y="2803996"/>
                  </a:lnTo>
                  <a:lnTo>
                    <a:pt x="1020203" y="2818165"/>
                  </a:lnTo>
                  <a:lnTo>
                    <a:pt x="1064791" y="2830949"/>
                  </a:lnTo>
                  <a:lnTo>
                    <a:pt x="1109956" y="2842324"/>
                  </a:lnTo>
                  <a:lnTo>
                    <a:pt x="1155674" y="2852264"/>
                  </a:lnTo>
                  <a:lnTo>
                    <a:pt x="1201919" y="2860744"/>
                  </a:lnTo>
                  <a:lnTo>
                    <a:pt x="1248667" y="2867738"/>
                  </a:lnTo>
                  <a:lnTo>
                    <a:pt x="1295893" y="2873222"/>
                  </a:lnTo>
                  <a:lnTo>
                    <a:pt x="1343570" y="2877171"/>
                  </a:lnTo>
                  <a:lnTo>
                    <a:pt x="1391674" y="2879558"/>
                  </a:lnTo>
                  <a:lnTo>
                    <a:pt x="1440180" y="2880360"/>
                  </a:lnTo>
                  <a:lnTo>
                    <a:pt x="1488685" y="2879558"/>
                  </a:lnTo>
                  <a:lnTo>
                    <a:pt x="1536789" y="2877171"/>
                  </a:lnTo>
                  <a:lnTo>
                    <a:pt x="1584466" y="2873222"/>
                  </a:lnTo>
                  <a:lnTo>
                    <a:pt x="1631692" y="2867738"/>
                  </a:lnTo>
                  <a:lnTo>
                    <a:pt x="1678440" y="2860744"/>
                  </a:lnTo>
                  <a:lnTo>
                    <a:pt x="1724685" y="2852264"/>
                  </a:lnTo>
                  <a:lnTo>
                    <a:pt x="1770403" y="2842324"/>
                  </a:lnTo>
                  <a:lnTo>
                    <a:pt x="1815568" y="2830949"/>
                  </a:lnTo>
                  <a:lnTo>
                    <a:pt x="1860156" y="2818165"/>
                  </a:lnTo>
                  <a:lnTo>
                    <a:pt x="1904140" y="2803996"/>
                  </a:lnTo>
                  <a:lnTo>
                    <a:pt x="1947495" y="2788468"/>
                  </a:lnTo>
                  <a:lnTo>
                    <a:pt x="1990197" y="2771606"/>
                  </a:lnTo>
                  <a:lnTo>
                    <a:pt x="2032220" y="2753435"/>
                  </a:lnTo>
                  <a:lnTo>
                    <a:pt x="2073539" y="2733980"/>
                  </a:lnTo>
                  <a:lnTo>
                    <a:pt x="2114129" y="2713267"/>
                  </a:lnTo>
                  <a:lnTo>
                    <a:pt x="2153965" y="2691320"/>
                  </a:lnTo>
                  <a:lnTo>
                    <a:pt x="2193020" y="2668166"/>
                  </a:lnTo>
                  <a:lnTo>
                    <a:pt x="2231271" y="2643829"/>
                  </a:lnTo>
                  <a:lnTo>
                    <a:pt x="2268692" y="2618334"/>
                  </a:lnTo>
                  <a:lnTo>
                    <a:pt x="2305258" y="2591706"/>
                  </a:lnTo>
                  <a:lnTo>
                    <a:pt x="2340943" y="2563972"/>
                  </a:lnTo>
                  <a:lnTo>
                    <a:pt x="2375723" y="2535155"/>
                  </a:lnTo>
                  <a:lnTo>
                    <a:pt x="2409572" y="2505282"/>
                  </a:lnTo>
                  <a:lnTo>
                    <a:pt x="2442465" y="2474376"/>
                  </a:lnTo>
                  <a:lnTo>
                    <a:pt x="2474376" y="2442465"/>
                  </a:lnTo>
                  <a:lnTo>
                    <a:pt x="2505282" y="2409572"/>
                  </a:lnTo>
                  <a:lnTo>
                    <a:pt x="2535155" y="2375723"/>
                  </a:lnTo>
                  <a:lnTo>
                    <a:pt x="2563972" y="2340943"/>
                  </a:lnTo>
                  <a:lnTo>
                    <a:pt x="2591706" y="2305258"/>
                  </a:lnTo>
                  <a:lnTo>
                    <a:pt x="2618334" y="2268692"/>
                  </a:lnTo>
                  <a:lnTo>
                    <a:pt x="2643829" y="2231271"/>
                  </a:lnTo>
                  <a:lnTo>
                    <a:pt x="2668166" y="2193020"/>
                  </a:lnTo>
                  <a:lnTo>
                    <a:pt x="2691320" y="2153965"/>
                  </a:lnTo>
                  <a:lnTo>
                    <a:pt x="2713267" y="2114129"/>
                  </a:lnTo>
                  <a:lnTo>
                    <a:pt x="2733980" y="2073539"/>
                  </a:lnTo>
                  <a:lnTo>
                    <a:pt x="2753435" y="2032220"/>
                  </a:lnTo>
                  <a:lnTo>
                    <a:pt x="2771606" y="1990197"/>
                  </a:lnTo>
                  <a:lnTo>
                    <a:pt x="2788468" y="1947495"/>
                  </a:lnTo>
                  <a:lnTo>
                    <a:pt x="2803996" y="1904140"/>
                  </a:lnTo>
                  <a:lnTo>
                    <a:pt x="2818165" y="1860156"/>
                  </a:lnTo>
                  <a:lnTo>
                    <a:pt x="2830949" y="1815568"/>
                  </a:lnTo>
                  <a:lnTo>
                    <a:pt x="2842324" y="1770403"/>
                  </a:lnTo>
                  <a:lnTo>
                    <a:pt x="2852264" y="1724685"/>
                  </a:lnTo>
                  <a:lnTo>
                    <a:pt x="2860744" y="1678440"/>
                  </a:lnTo>
                  <a:lnTo>
                    <a:pt x="2867738" y="1631692"/>
                  </a:lnTo>
                  <a:lnTo>
                    <a:pt x="2873222" y="1584466"/>
                  </a:lnTo>
                  <a:lnTo>
                    <a:pt x="2877171" y="1536789"/>
                  </a:lnTo>
                  <a:lnTo>
                    <a:pt x="2879558" y="1488685"/>
                  </a:lnTo>
                  <a:lnTo>
                    <a:pt x="2880360" y="1440179"/>
                  </a:lnTo>
                  <a:lnTo>
                    <a:pt x="2879558" y="1391674"/>
                  </a:lnTo>
                  <a:lnTo>
                    <a:pt x="2877171" y="1343570"/>
                  </a:lnTo>
                  <a:lnTo>
                    <a:pt x="2873222" y="1295893"/>
                  </a:lnTo>
                  <a:lnTo>
                    <a:pt x="2867738" y="1248667"/>
                  </a:lnTo>
                  <a:lnTo>
                    <a:pt x="2860744" y="1201919"/>
                  </a:lnTo>
                  <a:lnTo>
                    <a:pt x="2852264" y="1155674"/>
                  </a:lnTo>
                  <a:lnTo>
                    <a:pt x="2842324" y="1109956"/>
                  </a:lnTo>
                  <a:lnTo>
                    <a:pt x="2830949" y="1064791"/>
                  </a:lnTo>
                  <a:lnTo>
                    <a:pt x="2818165" y="1020203"/>
                  </a:lnTo>
                  <a:lnTo>
                    <a:pt x="2803996" y="976219"/>
                  </a:lnTo>
                  <a:lnTo>
                    <a:pt x="2788468" y="932864"/>
                  </a:lnTo>
                  <a:lnTo>
                    <a:pt x="2771606" y="890162"/>
                  </a:lnTo>
                  <a:lnTo>
                    <a:pt x="2753435" y="848139"/>
                  </a:lnTo>
                  <a:lnTo>
                    <a:pt x="2733980" y="806820"/>
                  </a:lnTo>
                  <a:lnTo>
                    <a:pt x="2713267" y="766230"/>
                  </a:lnTo>
                  <a:lnTo>
                    <a:pt x="2691320" y="726394"/>
                  </a:lnTo>
                  <a:lnTo>
                    <a:pt x="2668166" y="687339"/>
                  </a:lnTo>
                  <a:lnTo>
                    <a:pt x="2643829" y="649088"/>
                  </a:lnTo>
                  <a:lnTo>
                    <a:pt x="2618334" y="611667"/>
                  </a:lnTo>
                  <a:lnTo>
                    <a:pt x="2591706" y="575101"/>
                  </a:lnTo>
                  <a:lnTo>
                    <a:pt x="2563972" y="539416"/>
                  </a:lnTo>
                  <a:lnTo>
                    <a:pt x="2535155" y="504636"/>
                  </a:lnTo>
                  <a:lnTo>
                    <a:pt x="2505282" y="470787"/>
                  </a:lnTo>
                  <a:lnTo>
                    <a:pt x="2474376" y="437894"/>
                  </a:lnTo>
                  <a:lnTo>
                    <a:pt x="2442465" y="405983"/>
                  </a:lnTo>
                  <a:lnTo>
                    <a:pt x="2409572" y="375077"/>
                  </a:lnTo>
                  <a:lnTo>
                    <a:pt x="2375723" y="345204"/>
                  </a:lnTo>
                  <a:lnTo>
                    <a:pt x="2340943" y="316387"/>
                  </a:lnTo>
                  <a:lnTo>
                    <a:pt x="2305258" y="288653"/>
                  </a:lnTo>
                  <a:lnTo>
                    <a:pt x="2268692" y="262025"/>
                  </a:lnTo>
                  <a:lnTo>
                    <a:pt x="2231271" y="236530"/>
                  </a:lnTo>
                  <a:lnTo>
                    <a:pt x="2193020" y="212193"/>
                  </a:lnTo>
                  <a:lnTo>
                    <a:pt x="2153965" y="189039"/>
                  </a:lnTo>
                  <a:lnTo>
                    <a:pt x="2114129" y="167092"/>
                  </a:lnTo>
                  <a:lnTo>
                    <a:pt x="2073539" y="146379"/>
                  </a:lnTo>
                  <a:lnTo>
                    <a:pt x="2032220" y="126924"/>
                  </a:lnTo>
                  <a:lnTo>
                    <a:pt x="1990197" y="108753"/>
                  </a:lnTo>
                  <a:lnTo>
                    <a:pt x="1947495" y="91891"/>
                  </a:lnTo>
                  <a:lnTo>
                    <a:pt x="1904140" y="76363"/>
                  </a:lnTo>
                  <a:lnTo>
                    <a:pt x="1860156" y="62194"/>
                  </a:lnTo>
                  <a:lnTo>
                    <a:pt x="1815568" y="49410"/>
                  </a:lnTo>
                  <a:lnTo>
                    <a:pt x="1770403" y="38035"/>
                  </a:lnTo>
                  <a:lnTo>
                    <a:pt x="1724685" y="28095"/>
                  </a:lnTo>
                  <a:lnTo>
                    <a:pt x="1678440" y="19615"/>
                  </a:lnTo>
                  <a:lnTo>
                    <a:pt x="1631692" y="12621"/>
                  </a:lnTo>
                  <a:lnTo>
                    <a:pt x="1584466" y="7137"/>
                  </a:lnTo>
                  <a:lnTo>
                    <a:pt x="1536789" y="3188"/>
                  </a:lnTo>
                  <a:lnTo>
                    <a:pt x="1488685" y="801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D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1519" y="1837944"/>
              <a:ext cx="1920239" cy="187756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01726" y="570234"/>
            <a:ext cx="7628128" cy="2940549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 marR="209550">
              <a:lnSpc>
                <a:spcPts val="7340"/>
              </a:lnSpc>
              <a:spcBef>
                <a:spcPts val="1030"/>
              </a:spcBef>
            </a:pPr>
            <a:r>
              <a:rPr lang="en-IN" sz="7200" dirty="0"/>
              <a:t>Historical Cryptocurrency Analysis</a:t>
            </a:r>
            <a:endParaRPr sz="1800" b="0" dirty="0">
              <a:latin typeface="Arial 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00485F-EEE1-E75B-9267-1D9FED4B47A1}"/>
              </a:ext>
            </a:extLst>
          </p:cNvPr>
          <p:cNvSpPr txBox="1"/>
          <p:nvPr/>
        </p:nvSpPr>
        <p:spPr>
          <a:xfrm>
            <a:off x="701040" y="3581400"/>
            <a:ext cx="630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chemeClr val="bg1"/>
                </a:solidFill>
                <a:latin typeface="Arial MT"/>
              </a:rPr>
              <a:t>Web Scraping, Data Processing, and Machine Learning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1D1E8B-4892-B346-ED25-5FBCE12E1D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011" y="1296702"/>
            <a:ext cx="3009141" cy="3155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1C0D93-9152-BB11-5B14-1ED64A6E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9C092C-10D5-121D-96E2-5F25CA1040D3}"/>
              </a:ext>
            </a:extLst>
          </p:cNvPr>
          <p:cNvSpPr/>
          <p:nvPr/>
        </p:nvSpPr>
        <p:spPr>
          <a:xfrm>
            <a:off x="0" y="1676400"/>
            <a:ext cx="16764000" cy="5181600"/>
          </a:xfrm>
          <a:custGeom>
            <a:avLst/>
            <a:gdLst/>
            <a:ahLst/>
            <a:cxnLst/>
            <a:rect l="l" t="t" r="r" b="b"/>
            <a:pathLst>
              <a:path w="12192000" h="4572000">
                <a:moveTo>
                  <a:pt x="9906000" y="0"/>
                </a:moveTo>
                <a:lnTo>
                  <a:pt x="0" y="0"/>
                </a:lnTo>
                <a:lnTo>
                  <a:pt x="0" y="4571999"/>
                </a:lnTo>
                <a:lnTo>
                  <a:pt x="12192000" y="4571999"/>
                </a:lnTo>
                <a:lnTo>
                  <a:pt x="12192000" y="2286000"/>
                </a:lnTo>
                <a:lnTo>
                  <a:pt x="12191496" y="2237561"/>
                </a:lnTo>
                <a:lnTo>
                  <a:pt x="12189994" y="2189368"/>
                </a:lnTo>
                <a:lnTo>
                  <a:pt x="12187502" y="2141431"/>
                </a:lnTo>
                <a:lnTo>
                  <a:pt x="12184030" y="2093759"/>
                </a:lnTo>
                <a:lnTo>
                  <a:pt x="12179589" y="2046363"/>
                </a:lnTo>
                <a:lnTo>
                  <a:pt x="12174188" y="1999252"/>
                </a:lnTo>
                <a:lnTo>
                  <a:pt x="12167837" y="1952436"/>
                </a:lnTo>
                <a:lnTo>
                  <a:pt x="12160546" y="1905925"/>
                </a:lnTo>
                <a:lnTo>
                  <a:pt x="12152325" y="1859729"/>
                </a:lnTo>
                <a:lnTo>
                  <a:pt x="12143184" y="1813859"/>
                </a:lnTo>
                <a:lnTo>
                  <a:pt x="12133133" y="1768323"/>
                </a:lnTo>
                <a:lnTo>
                  <a:pt x="12122182" y="1723132"/>
                </a:lnTo>
                <a:lnTo>
                  <a:pt x="12110340" y="1678296"/>
                </a:lnTo>
                <a:lnTo>
                  <a:pt x="12097618" y="1633824"/>
                </a:lnTo>
                <a:lnTo>
                  <a:pt x="12084025" y="1589727"/>
                </a:lnTo>
                <a:lnTo>
                  <a:pt x="12069572" y="1546015"/>
                </a:lnTo>
                <a:lnTo>
                  <a:pt x="12054268" y="1502696"/>
                </a:lnTo>
                <a:lnTo>
                  <a:pt x="12038124" y="1459783"/>
                </a:lnTo>
                <a:lnTo>
                  <a:pt x="12021148" y="1417283"/>
                </a:lnTo>
                <a:lnTo>
                  <a:pt x="12003352" y="1375208"/>
                </a:lnTo>
                <a:lnTo>
                  <a:pt x="11984744" y="1333567"/>
                </a:lnTo>
                <a:lnTo>
                  <a:pt x="11965336" y="1292369"/>
                </a:lnTo>
                <a:lnTo>
                  <a:pt x="11945136" y="1251626"/>
                </a:lnTo>
                <a:lnTo>
                  <a:pt x="11924156" y="1211346"/>
                </a:lnTo>
                <a:lnTo>
                  <a:pt x="11902403" y="1171541"/>
                </a:lnTo>
                <a:lnTo>
                  <a:pt x="11879890" y="1132219"/>
                </a:lnTo>
                <a:lnTo>
                  <a:pt x="11856625" y="1093390"/>
                </a:lnTo>
                <a:lnTo>
                  <a:pt x="11832618" y="1055065"/>
                </a:lnTo>
                <a:lnTo>
                  <a:pt x="11807880" y="1017254"/>
                </a:lnTo>
                <a:lnTo>
                  <a:pt x="11782420" y="979965"/>
                </a:lnTo>
                <a:lnTo>
                  <a:pt x="11756248" y="943211"/>
                </a:lnTo>
                <a:lnTo>
                  <a:pt x="11729375" y="906999"/>
                </a:lnTo>
                <a:lnTo>
                  <a:pt x="11701809" y="871340"/>
                </a:lnTo>
                <a:lnTo>
                  <a:pt x="11673562" y="836245"/>
                </a:lnTo>
                <a:lnTo>
                  <a:pt x="11644642" y="801722"/>
                </a:lnTo>
                <a:lnTo>
                  <a:pt x="11615060" y="767782"/>
                </a:lnTo>
                <a:lnTo>
                  <a:pt x="11584825" y="734435"/>
                </a:lnTo>
                <a:lnTo>
                  <a:pt x="11553949" y="701691"/>
                </a:lnTo>
                <a:lnTo>
                  <a:pt x="11522440" y="669559"/>
                </a:lnTo>
                <a:lnTo>
                  <a:pt x="11490308" y="638050"/>
                </a:lnTo>
                <a:lnTo>
                  <a:pt x="11457564" y="607174"/>
                </a:lnTo>
                <a:lnTo>
                  <a:pt x="11424217" y="576939"/>
                </a:lnTo>
                <a:lnTo>
                  <a:pt x="11390277" y="547357"/>
                </a:lnTo>
                <a:lnTo>
                  <a:pt x="11355754" y="518437"/>
                </a:lnTo>
                <a:lnTo>
                  <a:pt x="11320659" y="490190"/>
                </a:lnTo>
                <a:lnTo>
                  <a:pt x="11285000" y="462624"/>
                </a:lnTo>
                <a:lnTo>
                  <a:pt x="11248788" y="435751"/>
                </a:lnTo>
                <a:lnTo>
                  <a:pt x="11212034" y="409579"/>
                </a:lnTo>
                <a:lnTo>
                  <a:pt x="11174745" y="384119"/>
                </a:lnTo>
                <a:lnTo>
                  <a:pt x="11136934" y="359381"/>
                </a:lnTo>
                <a:lnTo>
                  <a:pt x="11098609" y="335374"/>
                </a:lnTo>
                <a:lnTo>
                  <a:pt x="11059780" y="312109"/>
                </a:lnTo>
                <a:lnTo>
                  <a:pt x="11020458" y="289596"/>
                </a:lnTo>
                <a:lnTo>
                  <a:pt x="10980653" y="267843"/>
                </a:lnTo>
                <a:lnTo>
                  <a:pt x="10940373" y="246863"/>
                </a:lnTo>
                <a:lnTo>
                  <a:pt x="10899630" y="226663"/>
                </a:lnTo>
                <a:lnTo>
                  <a:pt x="10858432" y="207255"/>
                </a:lnTo>
                <a:lnTo>
                  <a:pt x="10816791" y="188647"/>
                </a:lnTo>
                <a:lnTo>
                  <a:pt x="10774716" y="170851"/>
                </a:lnTo>
                <a:lnTo>
                  <a:pt x="10732216" y="153875"/>
                </a:lnTo>
                <a:lnTo>
                  <a:pt x="10689303" y="137731"/>
                </a:lnTo>
                <a:lnTo>
                  <a:pt x="10645984" y="122427"/>
                </a:lnTo>
                <a:lnTo>
                  <a:pt x="10602272" y="107974"/>
                </a:lnTo>
                <a:lnTo>
                  <a:pt x="10558175" y="94381"/>
                </a:lnTo>
                <a:lnTo>
                  <a:pt x="10513703" y="81659"/>
                </a:lnTo>
                <a:lnTo>
                  <a:pt x="10468867" y="69817"/>
                </a:lnTo>
                <a:lnTo>
                  <a:pt x="10423676" y="58866"/>
                </a:lnTo>
                <a:lnTo>
                  <a:pt x="10378140" y="48815"/>
                </a:lnTo>
                <a:lnTo>
                  <a:pt x="10332270" y="39674"/>
                </a:lnTo>
                <a:lnTo>
                  <a:pt x="10286074" y="31453"/>
                </a:lnTo>
                <a:lnTo>
                  <a:pt x="10239563" y="24162"/>
                </a:lnTo>
                <a:lnTo>
                  <a:pt x="10192747" y="17811"/>
                </a:lnTo>
                <a:lnTo>
                  <a:pt x="10145636" y="12410"/>
                </a:lnTo>
                <a:lnTo>
                  <a:pt x="10098240" y="7969"/>
                </a:lnTo>
                <a:lnTo>
                  <a:pt x="10050568" y="4497"/>
                </a:lnTo>
                <a:lnTo>
                  <a:pt x="10002631" y="2005"/>
                </a:lnTo>
                <a:lnTo>
                  <a:pt x="9954438" y="503"/>
                </a:lnTo>
                <a:lnTo>
                  <a:pt x="9906000" y="0"/>
                </a:lnTo>
                <a:close/>
              </a:path>
            </a:pathLst>
          </a:custGeom>
          <a:solidFill>
            <a:srgbClr val="00B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292AEB9-29E6-C681-DB91-871BD249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999" y="418825"/>
            <a:ext cx="35140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285" dirty="0">
                <a:solidFill>
                  <a:srgbClr val="00CC99"/>
                </a:solidFill>
              </a:rPr>
              <a:t>AGENDA</a:t>
            </a:r>
            <a:endParaRPr sz="6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2B2A132-3998-6BB7-C329-F090AD2ED5AF}"/>
              </a:ext>
            </a:extLst>
          </p:cNvPr>
          <p:cNvGrpSpPr/>
          <p:nvPr/>
        </p:nvGrpSpPr>
        <p:grpSpPr>
          <a:xfrm>
            <a:off x="449276" y="2094222"/>
            <a:ext cx="2292350" cy="1376818"/>
            <a:chOff x="376999" y="2057400"/>
            <a:chExt cx="2292350" cy="1376818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FA76C4B-F50C-77DA-D17F-60F96E7F0F14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Project Objective &amp; Motivation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D77BBDC-1D13-A016-6057-0F034C4DB178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39" name="object 20">
                <a:extLst>
                  <a:ext uri="{FF2B5EF4-FFF2-40B4-BE49-F238E27FC236}">
                    <a16:creationId xmlns:a16="http://schemas.microsoft.com/office/drawing/2014/main" id="{1010F8D0-7818-C2FE-0837-3B702ED8001C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6DC66EAB-CD35-DE47-AD84-12C5B751B6AE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0" name="object 22">
                <a:extLst>
                  <a:ext uri="{FF2B5EF4-FFF2-40B4-BE49-F238E27FC236}">
                    <a16:creationId xmlns:a16="http://schemas.microsoft.com/office/drawing/2014/main" id="{CCCFD6D7-28DB-BA7C-5704-89D76D8D1B38}"/>
                  </a:ext>
                </a:extLst>
              </p:cNvPr>
              <p:cNvSpPr txBox="1"/>
              <p:nvPr/>
            </p:nvSpPr>
            <p:spPr>
              <a:xfrm>
                <a:off x="1078978" y="2051736"/>
                <a:ext cx="1181100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One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41" name="object 33">
                <a:extLst>
                  <a:ext uri="{FF2B5EF4-FFF2-40B4-BE49-F238E27FC236}">
                    <a16:creationId xmlns:a16="http://schemas.microsoft.com/office/drawing/2014/main" id="{C569D4BE-7C88-7EC8-2FBF-810AAECCD1A9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1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988E21-B1D6-DFC5-DD9B-2FCF9914DB44}"/>
              </a:ext>
            </a:extLst>
          </p:cNvPr>
          <p:cNvGrpSpPr/>
          <p:nvPr/>
        </p:nvGrpSpPr>
        <p:grpSpPr>
          <a:xfrm>
            <a:off x="3501942" y="2094222"/>
            <a:ext cx="2292350" cy="1069042"/>
            <a:chOff x="376999" y="2057400"/>
            <a:chExt cx="2292350" cy="1069042"/>
          </a:xfrm>
        </p:grpSpPr>
        <p:sp>
          <p:nvSpPr>
            <p:cNvPr id="51" name="object 3">
              <a:extLst>
                <a:ext uri="{FF2B5EF4-FFF2-40B4-BE49-F238E27FC236}">
                  <a16:creationId xmlns:a16="http://schemas.microsoft.com/office/drawing/2014/main" id="{223FE860-B2B6-B106-D835-45EC6F5426A8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Data Collection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0A3C16A-BBA1-8195-6CD1-D42178727554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53" name="object 20">
                <a:extLst>
                  <a:ext uri="{FF2B5EF4-FFF2-40B4-BE49-F238E27FC236}">
                    <a16:creationId xmlns:a16="http://schemas.microsoft.com/office/drawing/2014/main" id="{6603341B-6564-88C3-9793-793FD708994B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1">
                <a:extLst>
                  <a:ext uri="{FF2B5EF4-FFF2-40B4-BE49-F238E27FC236}">
                    <a16:creationId xmlns:a16="http://schemas.microsoft.com/office/drawing/2014/main" id="{EDFAEE8D-7311-4677-878A-0C66EA629E5F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5" name="object 22">
                <a:extLst>
                  <a:ext uri="{FF2B5EF4-FFF2-40B4-BE49-F238E27FC236}">
                    <a16:creationId xmlns:a16="http://schemas.microsoft.com/office/drawing/2014/main" id="{799ECEDB-EE5F-55E1-EF66-4142CD88135F}"/>
                  </a:ext>
                </a:extLst>
              </p:cNvPr>
              <p:cNvSpPr txBox="1"/>
              <p:nvPr/>
            </p:nvSpPr>
            <p:spPr>
              <a:xfrm>
                <a:off x="1078978" y="2051736"/>
                <a:ext cx="1181100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Two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56" name="object 33">
                <a:extLst>
                  <a:ext uri="{FF2B5EF4-FFF2-40B4-BE49-F238E27FC236}">
                    <a16:creationId xmlns:a16="http://schemas.microsoft.com/office/drawing/2014/main" id="{F2B066AA-D4D9-1897-386A-D4438B1D303F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2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EC0B3ED-EA12-7FF7-6133-64A73548C069}"/>
              </a:ext>
            </a:extLst>
          </p:cNvPr>
          <p:cNvGrpSpPr/>
          <p:nvPr/>
        </p:nvGrpSpPr>
        <p:grpSpPr>
          <a:xfrm>
            <a:off x="9607275" y="2094222"/>
            <a:ext cx="2292350" cy="1684595"/>
            <a:chOff x="376999" y="2057400"/>
            <a:chExt cx="2292350" cy="1684595"/>
          </a:xfrm>
        </p:grpSpPr>
        <p:sp>
          <p:nvSpPr>
            <p:cNvPr id="65" name="object 3">
              <a:extLst>
                <a:ext uri="{FF2B5EF4-FFF2-40B4-BE49-F238E27FC236}">
                  <a16:creationId xmlns:a16="http://schemas.microsoft.com/office/drawing/2014/main" id="{45CB9EE8-646C-962B-C74E-69920901A871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936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Data Visualization &amp; Dashboard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C66555C-1200-4E61-D5D4-2981012BF432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67" name="object 20">
                <a:extLst>
                  <a:ext uri="{FF2B5EF4-FFF2-40B4-BE49-F238E27FC236}">
                    <a16:creationId xmlns:a16="http://schemas.microsoft.com/office/drawing/2014/main" id="{28351DA0-A677-670A-3D94-F7C1B2334414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21">
                <a:extLst>
                  <a:ext uri="{FF2B5EF4-FFF2-40B4-BE49-F238E27FC236}">
                    <a16:creationId xmlns:a16="http://schemas.microsoft.com/office/drawing/2014/main" id="{29C32A75-2E4E-93B3-7784-6B3FCAF8974F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9" name="object 22">
                <a:extLst>
                  <a:ext uri="{FF2B5EF4-FFF2-40B4-BE49-F238E27FC236}">
                    <a16:creationId xmlns:a16="http://schemas.microsoft.com/office/drawing/2014/main" id="{D141EEB9-5582-908C-1DA3-06F0067B34FD}"/>
                  </a:ext>
                </a:extLst>
              </p:cNvPr>
              <p:cNvSpPr txBox="1"/>
              <p:nvPr/>
            </p:nvSpPr>
            <p:spPr>
              <a:xfrm>
                <a:off x="1078978" y="2051736"/>
                <a:ext cx="1181100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Four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70" name="object 33">
                <a:extLst>
                  <a:ext uri="{FF2B5EF4-FFF2-40B4-BE49-F238E27FC236}">
                    <a16:creationId xmlns:a16="http://schemas.microsoft.com/office/drawing/2014/main" id="{98BC69FD-836D-6C2B-4AEB-0B692DE595EC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4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324DFDA-8D05-7861-E2BE-D20192D394F9}"/>
              </a:ext>
            </a:extLst>
          </p:cNvPr>
          <p:cNvGrpSpPr/>
          <p:nvPr/>
        </p:nvGrpSpPr>
        <p:grpSpPr>
          <a:xfrm>
            <a:off x="6554608" y="2094222"/>
            <a:ext cx="2292350" cy="1684595"/>
            <a:chOff x="376999" y="2057400"/>
            <a:chExt cx="2292350" cy="1684595"/>
          </a:xfrm>
        </p:grpSpPr>
        <p:sp>
          <p:nvSpPr>
            <p:cNvPr id="72" name="object 3">
              <a:extLst>
                <a:ext uri="{FF2B5EF4-FFF2-40B4-BE49-F238E27FC236}">
                  <a16:creationId xmlns:a16="http://schemas.microsoft.com/office/drawing/2014/main" id="{27126742-53FD-595B-F143-4BED985CF56C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936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Data Storage &amp; Database Integration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AF3414B-8567-A15D-2CAE-D751AA62D7BD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74" name="object 20">
                <a:extLst>
                  <a:ext uri="{FF2B5EF4-FFF2-40B4-BE49-F238E27FC236}">
                    <a16:creationId xmlns:a16="http://schemas.microsoft.com/office/drawing/2014/main" id="{407365B9-7D1A-BC79-E38A-87F125A30B77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21">
                <a:extLst>
                  <a:ext uri="{FF2B5EF4-FFF2-40B4-BE49-F238E27FC236}">
                    <a16:creationId xmlns:a16="http://schemas.microsoft.com/office/drawing/2014/main" id="{51288D33-2C04-F07C-4FA0-729685B69FB5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76" name="object 22">
                <a:extLst>
                  <a:ext uri="{FF2B5EF4-FFF2-40B4-BE49-F238E27FC236}">
                    <a16:creationId xmlns:a16="http://schemas.microsoft.com/office/drawing/2014/main" id="{8542868E-4AAC-65D2-F043-260E0474D5A2}"/>
                  </a:ext>
                </a:extLst>
              </p:cNvPr>
              <p:cNvSpPr txBox="1"/>
              <p:nvPr/>
            </p:nvSpPr>
            <p:spPr>
              <a:xfrm>
                <a:off x="1078977" y="2051736"/>
                <a:ext cx="1430213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Three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77" name="object 33">
                <a:extLst>
                  <a:ext uri="{FF2B5EF4-FFF2-40B4-BE49-F238E27FC236}">
                    <a16:creationId xmlns:a16="http://schemas.microsoft.com/office/drawing/2014/main" id="{73A90EA5-B744-F8C0-8916-A56AA879BA5D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3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2FCA856-74AA-76C8-79F6-D7F717A51289}"/>
              </a:ext>
            </a:extLst>
          </p:cNvPr>
          <p:cNvGrpSpPr/>
          <p:nvPr/>
        </p:nvGrpSpPr>
        <p:grpSpPr>
          <a:xfrm>
            <a:off x="524068" y="4193549"/>
            <a:ext cx="2292350" cy="1992371"/>
            <a:chOff x="376999" y="2057400"/>
            <a:chExt cx="2292350" cy="1992371"/>
          </a:xfrm>
        </p:grpSpPr>
        <p:sp>
          <p:nvSpPr>
            <p:cNvPr id="79" name="object 3">
              <a:extLst>
                <a:ext uri="{FF2B5EF4-FFF2-40B4-BE49-F238E27FC236}">
                  <a16:creationId xmlns:a16="http://schemas.microsoft.com/office/drawing/2014/main" id="{2DB29D23-66EC-E356-5C96-097BC09CDD21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124393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Data Preprocessing &amp; Feature Engineering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690B99A-A506-E628-BABF-30376BABA6D8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81" name="object 20">
                <a:extLst>
                  <a:ext uri="{FF2B5EF4-FFF2-40B4-BE49-F238E27FC236}">
                    <a16:creationId xmlns:a16="http://schemas.microsoft.com/office/drawing/2014/main" id="{0A4A029F-C5F4-AB44-C98F-701A2C426E8F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21">
                <a:extLst>
                  <a:ext uri="{FF2B5EF4-FFF2-40B4-BE49-F238E27FC236}">
                    <a16:creationId xmlns:a16="http://schemas.microsoft.com/office/drawing/2014/main" id="{61A00D9E-FD54-DEC0-3AF1-8AD40E633731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83" name="object 22">
                <a:extLst>
                  <a:ext uri="{FF2B5EF4-FFF2-40B4-BE49-F238E27FC236}">
                    <a16:creationId xmlns:a16="http://schemas.microsoft.com/office/drawing/2014/main" id="{AF82C75C-9340-CCF3-5033-C814FCCE0DBC}"/>
                  </a:ext>
                </a:extLst>
              </p:cNvPr>
              <p:cNvSpPr txBox="1"/>
              <p:nvPr/>
            </p:nvSpPr>
            <p:spPr>
              <a:xfrm>
                <a:off x="1078978" y="2051736"/>
                <a:ext cx="1181100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Five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84" name="object 33">
                <a:extLst>
                  <a:ext uri="{FF2B5EF4-FFF2-40B4-BE49-F238E27FC236}">
                    <a16:creationId xmlns:a16="http://schemas.microsoft.com/office/drawing/2014/main" id="{F4842BC2-6AE4-0DBB-CBF2-6F96ADBB2C33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5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8DB5C84-702E-7D67-B702-64821BA8A177}"/>
              </a:ext>
            </a:extLst>
          </p:cNvPr>
          <p:cNvGrpSpPr/>
          <p:nvPr/>
        </p:nvGrpSpPr>
        <p:grpSpPr>
          <a:xfrm>
            <a:off x="3576734" y="4193549"/>
            <a:ext cx="2292350" cy="1992371"/>
            <a:chOff x="376999" y="2057400"/>
            <a:chExt cx="2292350" cy="1992371"/>
          </a:xfrm>
        </p:grpSpPr>
        <p:sp>
          <p:nvSpPr>
            <p:cNvPr id="86" name="object 3">
              <a:extLst>
                <a:ext uri="{FF2B5EF4-FFF2-40B4-BE49-F238E27FC236}">
                  <a16:creationId xmlns:a16="http://schemas.microsoft.com/office/drawing/2014/main" id="{585E3084-7C1E-75EA-04E2-D5BDF3CFA209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124393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dirty="0">
                  <a:solidFill>
                    <a:srgbClr val="FFFFFF"/>
                  </a:solidFill>
                  <a:latin typeface="Tahoma"/>
                  <a:cs typeface="Tahoma"/>
                </a:rPr>
                <a:t>Machine Learning Models for BTC Weekly Price Movement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DA06B67-9085-7A25-F714-46FEE7739DD9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88" name="object 20">
                <a:extLst>
                  <a:ext uri="{FF2B5EF4-FFF2-40B4-BE49-F238E27FC236}">
                    <a16:creationId xmlns:a16="http://schemas.microsoft.com/office/drawing/2014/main" id="{F4635AF7-0767-0C61-4898-3768BA90CF68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21">
                <a:extLst>
                  <a:ext uri="{FF2B5EF4-FFF2-40B4-BE49-F238E27FC236}">
                    <a16:creationId xmlns:a16="http://schemas.microsoft.com/office/drawing/2014/main" id="{9287FD0E-9631-C8CE-D23B-CFAC861A12D8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90" name="object 22">
                <a:extLst>
                  <a:ext uri="{FF2B5EF4-FFF2-40B4-BE49-F238E27FC236}">
                    <a16:creationId xmlns:a16="http://schemas.microsoft.com/office/drawing/2014/main" id="{2202342B-1CDA-B5E8-8BA8-264731F3F017}"/>
                  </a:ext>
                </a:extLst>
              </p:cNvPr>
              <p:cNvSpPr txBox="1"/>
              <p:nvPr/>
            </p:nvSpPr>
            <p:spPr>
              <a:xfrm>
                <a:off x="1078978" y="2051736"/>
                <a:ext cx="1181100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Six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91" name="object 33">
                <a:extLst>
                  <a:ext uri="{FF2B5EF4-FFF2-40B4-BE49-F238E27FC236}">
                    <a16:creationId xmlns:a16="http://schemas.microsoft.com/office/drawing/2014/main" id="{BC5D6289-28C6-F665-A246-2977D9DE2262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6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D101B6-9F6C-0EB6-07ED-D3C69450BC62}"/>
              </a:ext>
            </a:extLst>
          </p:cNvPr>
          <p:cNvGrpSpPr/>
          <p:nvPr/>
        </p:nvGrpSpPr>
        <p:grpSpPr>
          <a:xfrm>
            <a:off x="9682067" y="4193549"/>
            <a:ext cx="2292350" cy="1376818"/>
            <a:chOff x="376999" y="2057400"/>
            <a:chExt cx="2292350" cy="1376818"/>
          </a:xfrm>
        </p:grpSpPr>
        <p:sp>
          <p:nvSpPr>
            <p:cNvPr id="93" name="object 3">
              <a:extLst>
                <a:ext uri="{FF2B5EF4-FFF2-40B4-BE49-F238E27FC236}">
                  <a16:creationId xmlns:a16="http://schemas.microsoft.com/office/drawing/2014/main" id="{7921B974-4DEF-F681-DF16-C4FAEB6B2A25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Challenges &amp; Solutions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9BE7045-804D-A738-158D-8E071CE7C912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95" name="object 20">
                <a:extLst>
                  <a:ext uri="{FF2B5EF4-FFF2-40B4-BE49-F238E27FC236}">
                    <a16:creationId xmlns:a16="http://schemas.microsoft.com/office/drawing/2014/main" id="{0AB0A2E3-AA71-A146-901E-227C425F14F9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21">
                <a:extLst>
                  <a:ext uri="{FF2B5EF4-FFF2-40B4-BE49-F238E27FC236}">
                    <a16:creationId xmlns:a16="http://schemas.microsoft.com/office/drawing/2014/main" id="{DC3569AC-D316-A509-48DE-B1184D7ACE97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97" name="object 22">
                <a:extLst>
                  <a:ext uri="{FF2B5EF4-FFF2-40B4-BE49-F238E27FC236}">
                    <a16:creationId xmlns:a16="http://schemas.microsoft.com/office/drawing/2014/main" id="{1F177C20-BE59-AC26-BAA6-B2D381E77CDC}"/>
                  </a:ext>
                </a:extLst>
              </p:cNvPr>
              <p:cNvSpPr txBox="1"/>
              <p:nvPr/>
            </p:nvSpPr>
            <p:spPr>
              <a:xfrm>
                <a:off x="1078978" y="2051736"/>
                <a:ext cx="1426954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Eight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98" name="object 33">
                <a:extLst>
                  <a:ext uri="{FF2B5EF4-FFF2-40B4-BE49-F238E27FC236}">
                    <a16:creationId xmlns:a16="http://schemas.microsoft.com/office/drawing/2014/main" id="{1D208E70-6628-64A1-F132-6D08C78F06EE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8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06F7AE4-05B0-4936-FF9A-2FBB66BA2685}"/>
              </a:ext>
            </a:extLst>
          </p:cNvPr>
          <p:cNvGrpSpPr/>
          <p:nvPr/>
        </p:nvGrpSpPr>
        <p:grpSpPr>
          <a:xfrm>
            <a:off x="6629400" y="4193549"/>
            <a:ext cx="2292350" cy="1376818"/>
            <a:chOff x="376999" y="2057400"/>
            <a:chExt cx="2292350" cy="1376818"/>
          </a:xfrm>
        </p:grpSpPr>
        <p:sp>
          <p:nvSpPr>
            <p:cNvPr id="100" name="object 3">
              <a:extLst>
                <a:ext uri="{FF2B5EF4-FFF2-40B4-BE49-F238E27FC236}">
                  <a16:creationId xmlns:a16="http://schemas.microsoft.com/office/drawing/2014/main" id="{B2F4EF1F-06F4-C202-BDE1-096AF22037E1}"/>
                </a:ext>
              </a:extLst>
            </p:cNvPr>
            <p:cNvSpPr txBox="1"/>
            <p:nvPr/>
          </p:nvSpPr>
          <p:spPr>
            <a:xfrm>
              <a:off x="376999" y="2805841"/>
              <a:ext cx="2292350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000" b="1" dirty="0">
                  <a:solidFill>
                    <a:srgbClr val="FFFFFF"/>
                  </a:solidFill>
                  <a:latin typeface="Tahoma"/>
                  <a:cs typeface="Tahoma"/>
                </a:rPr>
                <a:t>Model Evaluation &amp; Selection</a:t>
              </a:r>
              <a:endParaRPr sz="2000" b="1" dirty="0">
                <a:solidFill>
                  <a:srgbClr val="FFFFFF"/>
                </a:solidFill>
                <a:latin typeface="Tahoma"/>
                <a:cs typeface="Tahoma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1EB26BB-A9B7-CD34-8CE6-7515E5D6511D}"/>
                </a:ext>
              </a:extLst>
            </p:cNvPr>
            <p:cNvGrpSpPr/>
            <p:nvPr/>
          </p:nvGrpSpPr>
          <p:grpSpPr>
            <a:xfrm>
              <a:off x="376999" y="2057400"/>
              <a:ext cx="2292350" cy="570230"/>
              <a:chOff x="376999" y="1884075"/>
              <a:chExt cx="2292350" cy="570230"/>
            </a:xfrm>
          </p:grpSpPr>
          <p:sp>
            <p:nvSpPr>
              <p:cNvPr id="102" name="object 20">
                <a:extLst>
                  <a:ext uri="{FF2B5EF4-FFF2-40B4-BE49-F238E27FC236}">
                    <a16:creationId xmlns:a16="http://schemas.microsoft.com/office/drawing/2014/main" id="{9A5CB587-B195-95A2-1A99-67917DCC7051}"/>
                  </a:ext>
                </a:extLst>
              </p:cNvPr>
              <p:cNvSpPr/>
              <p:nvPr/>
            </p:nvSpPr>
            <p:spPr>
              <a:xfrm>
                <a:off x="376999" y="1884075"/>
                <a:ext cx="229235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2292350" h="570229">
                    <a:moveTo>
                      <a:pt x="2007108" y="0"/>
                    </a:moveTo>
                    <a:lnTo>
                      <a:pt x="0" y="0"/>
                    </a:lnTo>
                    <a:lnTo>
                      <a:pt x="0" y="284988"/>
                    </a:lnTo>
                    <a:lnTo>
                      <a:pt x="3731" y="331213"/>
                    </a:lnTo>
                    <a:lnTo>
                      <a:pt x="14532" y="375064"/>
                    </a:lnTo>
                    <a:lnTo>
                      <a:pt x="31817" y="415954"/>
                    </a:lnTo>
                    <a:lnTo>
                      <a:pt x="54998" y="453296"/>
                    </a:lnTo>
                    <a:lnTo>
                      <a:pt x="83486" y="486503"/>
                    </a:lnTo>
                    <a:lnTo>
                      <a:pt x="116695" y="514988"/>
                    </a:lnTo>
                    <a:lnTo>
                      <a:pt x="154037" y="538165"/>
                    </a:lnTo>
                    <a:lnTo>
                      <a:pt x="194925" y="555446"/>
                    </a:lnTo>
                    <a:lnTo>
                      <a:pt x="238771" y="566245"/>
                    </a:lnTo>
                    <a:lnTo>
                      <a:pt x="284988" y="569976"/>
                    </a:lnTo>
                    <a:lnTo>
                      <a:pt x="2292096" y="569976"/>
                    </a:lnTo>
                    <a:lnTo>
                      <a:pt x="2292096" y="284988"/>
                    </a:lnTo>
                    <a:lnTo>
                      <a:pt x="2288364" y="238771"/>
                    </a:lnTo>
                    <a:lnTo>
                      <a:pt x="2277563" y="194925"/>
                    </a:lnTo>
                    <a:lnTo>
                      <a:pt x="2260278" y="154037"/>
                    </a:lnTo>
                    <a:lnTo>
                      <a:pt x="2237097" y="116695"/>
                    </a:lnTo>
                    <a:lnTo>
                      <a:pt x="2208609" y="83486"/>
                    </a:lnTo>
                    <a:lnTo>
                      <a:pt x="2175400" y="54998"/>
                    </a:lnTo>
                    <a:lnTo>
                      <a:pt x="2138058" y="31817"/>
                    </a:lnTo>
                    <a:lnTo>
                      <a:pt x="2097170" y="14532"/>
                    </a:lnTo>
                    <a:lnTo>
                      <a:pt x="2053324" y="3731"/>
                    </a:lnTo>
                    <a:lnTo>
                      <a:pt x="200710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21">
                <a:extLst>
                  <a:ext uri="{FF2B5EF4-FFF2-40B4-BE49-F238E27FC236}">
                    <a16:creationId xmlns:a16="http://schemas.microsoft.com/office/drawing/2014/main" id="{F21EA813-83A2-C8E1-9D3C-1E46637E3712}"/>
                  </a:ext>
                </a:extLst>
              </p:cNvPr>
              <p:cNvSpPr/>
              <p:nvPr/>
            </p:nvSpPr>
            <p:spPr>
              <a:xfrm>
                <a:off x="538683" y="1952020"/>
                <a:ext cx="436245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436245" h="434339">
                    <a:moveTo>
                      <a:pt x="217932" y="0"/>
                    </a:moveTo>
                    <a:lnTo>
                      <a:pt x="167951" y="5738"/>
                    </a:lnTo>
                    <a:lnTo>
                      <a:pt x="122075" y="22082"/>
                    </a:lnTo>
                    <a:lnTo>
                      <a:pt x="81611" y="47726"/>
                    </a:lnTo>
                    <a:lnTo>
                      <a:pt x="47866" y="81362"/>
                    </a:lnTo>
                    <a:lnTo>
                      <a:pt x="22144" y="121686"/>
                    </a:lnTo>
                    <a:lnTo>
                      <a:pt x="5753" y="167391"/>
                    </a:lnTo>
                    <a:lnTo>
                      <a:pt x="0" y="217169"/>
                    </a:lnTo>
                    <a:lnTo>
                      <a:pt x="5753" y="266964"/>
                    </a:lnTo>
                    <a:lnTo>
                      <a:pt x="22144" y="312675"/>
                    </a:lnTo>
                    <a:lnTo>
                      <a:pt x="47866" y="352998"/>
                    </a:lnTo>
                    <a:lnTo>
                      <a:pt x="81611" y="386629"/>
                    </a:lnTo>
                    <a:lnTo>
                      <a:pt x="122075" y="412266"/>
                    </a:lnTo>
                    <a:lnTo>
                      <a:pt x="167951" y="428604"/>
                    </a:lnTo>
                    <a:lnTo>
                      <a:pt x="217932" y="434340"/>
                    </a:lnTo>
                    <a:lnTo>
                      <a:pt x="267912" y="428604"/>
                    </a:lnTo>
                    <a:lnTo>
                      <a:pt x="313788" y="412266"/>
                    </a:lnTo>
                    <a:lnTo>
                      <a:pt x="354252" y="386629"/>
                    </a:lnTo>
                    <a:lnTo>
                      <a:pt x="387997" y="352998"/>
                    </a:lnTo>
                    <a:lnTo>
                      <a:pt x="413719" y="312675"/>
                    </a:lnTo>
                    <a:lnTo>
                      <a:pt x="430110" y="266964"/>
                    </a:lnTo>
                    <a:lnTo>
                      <a:pt x="435863" y="217169"/>
                    </a:lnTo>
                    <a:lnTo>
                      <a:pt x="430110" y="167391"/>
                    </a:lnTo>
                    <a:lnTo>
                      <a:pt x="413719" y="121686"/>
                    </a:lnTo>
                    <a:lnTo>
                      <a:pt x="387997" y="81362"/>
                    </a:lnTo>
                    <a:lnTo>
                      <a:pt x="354252" y="47726"/>
                    </a:lnTo>
                    <a:lnTo>
                      <a:pt x="313788" y="22082"/>
                    </a:lnTo>
                    <a:lnTo>
                      <a:pt x="267912" y="5738"/>
                    </a:lnTo>
                    <a:lnTo>
                      <a:pt x="217932" y="0"/>
                    </a:lnTo>
                    <a:close/>
                  </a:path>
                </a:pathLst>
              </a:custGeom>
              <a:solidFill>
                <a:srgbClr val="0066FF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04" name="object 22">
                <a:extLst>
                  <a:ext uri="{FF2B5EF4-FFF2-40B4-BE49-F238E27FC236}">
                    <a16:creationId xmlns:a16="http://schemas.microsoft.com/office/drawing/2014/main" id="{3D76AD10-6626-6783-861D-E38223E5DF2E}"/>
                  </a:ext>
                </a:extLst>
              </p:cNvPr>
              <p:cNvSpPr txBox="1"/>
              <p:nvPr/>
            </p:nvSpPr>
            <p:spPr>
              <a:xfrm>
                <a:off x="1078977" y="2051736"/>
                <a:ext cx="1431621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b="1" spc="60" dirty="0">
                    <a:solidFill>
                      <a:srgbClr val="0066FF"/>
                    </a:solidFill>
                    <a:latin typeface="Tahoma"/>
                    <a:cs typeface="Tahoma"/>
                  </a:rPr>
                  <a:t>Agenda</a:t>
                </a:r>
                <a:r>
                  <a:rPr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 </a:t>
                </a:r>
                <a:r>
                  <a:rPr lang="en-IN" sz="1400" b="1" spc="-25" dirty="0">
                    <a:solidFill>
                      <a:srgbClr val="0066FF"/>
                    </a:solidFill>
                    <a:latin typeface="Tahoma"/>
                    <a:cs typeface="Tahoma"/>
                  </a:rPr>
                  <a:t>Seven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105" name="object 33">
                <a:extLst>
                  <a:ext uri="{FF2B5EF4-FFF2-40B4-BE49-F238E27FC236}">
                    <a16:creationId xmlns:a16="http://schemas.microsoft.com/office/drawing/2014/main" id="{8AEB80D2-09A5-FB97-E7AD-96168F0A6BEA}"/>
                  </a:ext>
                </a:extLst>
              </p:cNvPr>
              <p:cNvSpPr txBox="1"/>
              <p:nvPr/>
            </p:nvSpPr>
            <p:spPr>
              <a:xfrm>
                <a:off x="616152" y="2032727"/>
                <a:ext cx="28130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0</a:t>
                </a:r>
                <a:r>
                  <a:rPr lang="en-IN" sz="1600" b="1" spc="-25" dirty="0">
                    <a:solidFill>
                      <a:srgbClr val="FFFFFF"/>
                    </a:solidFill>
                    <a:latin typeface="Tahoma"/>
                    <a:cs typeface="Tahoma"/>
                  </a:rPr>
                  <a:t>7</a:t>
                </a:r>
                <a:endParaRPr sz="1600" dirty="0">
                  <a:latin typeface="Tahoma"/>
                  <a:cs typeface="Tahom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928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950845" cy="6858000"/>
            <a:chOff x="-133375" y="-1107874"/>
            <a:chExt cx="2950845" cy="6858000"/>
          </a:xfrm>
        </p:grpSpPr>
        <p:sp>
          <p:nvSpPr>
            <p:cNvPr id="3" name="object 3"/>
            <p:cNvSpPr/>
            <p:nvPr/>
          </p:nvSpPr>
          <p:spPr>
            <a:xfrm>
              <a:off x="-133375" y="-1107874"/>
              <a:ext cx="2950845" cy="6858000"/>
            </a:xfrm>
            <a:custGeom>
              <a:avLst/>
              <a:gdLst/>
              <a:ahLst/>
              <a:cxnLst/>
              <a:rect l="l" t="t" r="r" b="b"/>
              <a:pathLst>
                <a:path w="2950845" h="6858000">
                  <a:moveTo>
                    <a:pt x="253288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532888" y="6857999"/>
                  </a:lnTo>
                  <a:lnTo>
                    <a:pt x="2589552" y="6855253"/>
                  </a:lnTo>
                  <a:lnTo>
                    <a:pt x="2643900" y="6847254"/>
                  </a:lnTo>
                  <a:lnTo>
                    <a:pt x="2695432" y="6834361"/>
                  </a:lnTo>
                  <a:lnTo>
                    <a:pt x="2743651" y="6816932"/>
                  </a:lnTo>
                  <a:lnTo>
                    <a:pt x="2788060" y="6795325"/>
                  </a:lnTo>
                  <a:lnTo>
                    <a:pt x="2828162" y="6769899"/>
                  </a:lnTo>
                  <a:lnTo>
                    <a:pt x="2863460" y="6741013"/>
                  </a:lnTo>
                  <a:lnTo>
                    <a:pt x="2893455" y="6709024"/>
                  </a:lnTo>
                  <a:lnTo>
                    <a:pt x="2917650" y="6674291"/>
                  </a:lnTo>
                  <a:lnTo>
                    <a:pt x="2935548" y="6637172"/>
                  </a:lnTo>
                  <a:lnTo>
                    <a:pt x="2946652" y="6598027"/>
                  </a:lnTo>
                  <a:lnTo>
                    <a:pt x="2950464" y="6557213"/>
                  </a:lnTo>
                  <a:lnTo>
                    <a:pt x="2950464" y="300735"/>
                  </a:lnTo>
                  <a:lnTo>
                    <a:pt x="2946652" y="259922"/>
                  </a:lnTo>
                  <a:lnTo>
                    <a:pt x="2935548" y="220780"/>
                  </a:lnTo>
                  <a:lnTo>
                    <a:pt x="2917650" y="183665"/>
                  </a:lnTo>
                  <a:lnTo>
                    <a:pt x="2893455" y="148938"/>
                  </a:lnTo>
                  <a:lnTo>
                    <a:pt x="2863460" y="116954"/>
                  </a:lnTo>
                  <a:lnTo>
                    <a:pt x="2828163" y="88074"/>
                  </a:lnTo>
                  <a:lnTo>
                    <a:pt x="2788060" y="62654"/>
                  </a:lnTo>
                  <a:lnTo>
                    <a:pt x="2743651" y="41053"/>
                  </a:lnTo>
                  <a:lnTo>
                    <a:pt x="2695432" y="23629"/>
                  </a:lnTo>
                  <a:lnTo>
                    <a:pt x="2643900" y="10740"/>
                  </a:lnTo>
                  <a:lnTo>
                    <a:pt x="2589552" y="2744"/>
                  </a:lnTo>
                  <a:lnTo>
                    <a:pt x="2532888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956322" y="1040002"/>
              <a:ext cx="1231900" cy="1243330"/>
            </a:xfrm>
            <a:custGeom>
              <a:avLst/>
              <a:gdLst/>
              <a:ahLst/>
              <a:cxnLst/>
              <a:rect l="l" t="t" r="r" b="b"/>
              <a:pathLst>
                <a:path w="1231900" h="1243330">
                  <a:moveTo>
                    <a:pt x="609968" y="0"/>
                  </a:moveTo>
                  <a:lnTo>
                    <a:pt x="609968" y="124333"/>
                  </a:lnTo>
                  <a:lnTo>
                    <a:pt x="657059" y="126547"/>
                  </a:lnTo>
                  <a:lnTo>
                    <a:pt x="703037" y="133069"/>
                  </a:lnTo>
                  <a:lnTo>
                    <a:pt x="747678" y="143714"/>
                  </a:lnTo>
                  <a:lnTo>
                    <a:pt x="790760" y="158298"/>
                  </a:lnTo>
                  <a:lnTo>
                    <a:pt x="832058" y="176638"/>
                  </a:lnTo>
                  <a:lnTo>
                    <a:pt x="871350" y="198549"/>
                  </a:lnTo>
                  <a:lnTo>
                    <a:pt x="908413" y="223849"/>
                  </a:lnTo>
                  <a:lnTo>
                    <a:pt x="943024" y="252353"/>
                  </a:lnTo>
                  <a:lnTo>
                    <a:pt x="974960" y="283877"/>
                  </a:lnTo>
                  <a:lnTo>
                    <a:pt x="1003997" y="318238"/>
                  </a:lnTo>
                  <a:lnTo>
                    <a:pt x="1029913" y="355252"/>
                  </a:lnTo>
                  <a:lnTo>
                    <a:pt x="1052485" y="394735"/>
                  </a:lnTo>
                  <a:lnTo>
                    <a:pt x="1071489" y="436503"/>
                  </a:lnTo>
                  <a:lnTo>
                    <a:pt x="1086702" y="480373"/>
                  </a:lnTo>
                  <a:lnTo>
                    <a:pt x="1097902" y="526161"/>
                  </a:lnTo>
                  <a:lnTo>
                    <a:pt x="1104837" y="573592"/>
                  </a:lnTo>
                  <a:lnTo>
                    <a:pt x="1107196" y="620607"/>
                  </a:lnTo>
                  <a:lnTo>
                    <a:pt x="1105144" y="666961"/>
                  </a:lnTo>
                  <a:lnTo>
                    <a:pt x="1098843" y="712410"/>
                  </a:lnTo>
                  <a:lnTo>
                    <a:pt x="1088460" y="756708"/>
                  </a:lnTo>
                  <a:lnTo>
                    <a:pt x="1074158" y="799611"/>
                  </a:lnTo>
                  <a:lnTo>
                    <a:pt x="1056101" y="840875"/>
                  </a:lnTo>
                  <a:lnTo>
                    <a:pt x="1034455" y="880253"/>
                  </a:lnTo>
                  <a:lnTo>
                    <a:pt x="1009383" y="917503"/>
                  </a:lnTo>
                  <a:lnTo>
                    <a:pt x="981050" y="952378"/>
                  </a:lnTo>
                  <a:lnTo>
                    <a:pt x="949620" y="984634"/>
                  </a:lnTo>
                  <a:lnTo>
                    <a:pt x="915258" y="1014027"/>
                  </a:lnTo>
                  <a:lnTo>
                    <a:pt x="878128" y="1040312"/>
                  </a:lnTo>
                  <a:lnTo>
                    <a:pt x="838395" y="1063243"/>
                  </a:lnTo>
                  <a:lnTo>
                    <a:pt x="796222" y="1082577"/>
                  </a:lnTo>
                  <a:lnTo>
                    <a:pt x="751775" y="1098068"/>
                  </a:lnTo>
                  <a:lnTo>
                    <a:pt x="705218" y="1109472"/>
                  </a:lnTo>
                  <a:lnTo>
                    <a:pt x="657788" y="1116427"/>
                  </a:lnTo>
                  <a:lnTo>
                    <a:pt x="610777" y="1118801"/>
                  </a:lnTo>
                  <a:lnTo>
                    <a:pt x="564428" y="1116759"/>
                  </a:lnTo>
                  <a:lnTo>
                    <a:pt x="518987" y="1110465"/>
                  </a:lnTo>
                  <a:lnTo>
                    <a:pt x="474698" y="1100085"/>
                  </a:lnTo>
                  <a:lnTo>
                    <a:pt x="431804" y="1085784"/>
                  </a:lnTo>
                  <a:lnTo>
                    <a:pt x="390551" y="1067725"/>
                  </a:lnTo>
                  <a:lnTo>
                    <a:pt x="351182" y="1046075"/>
                  </a:lnTo>
                  <a:lnTo>
                    <a:pt x="313942" y="1020997"/>
                  </a:lnTo>
                  <a:lnTo>
                    <a:pt x="279076" y="992658"/>
                  </a:lnTo>
                  <a:lnTo>
                    <a:pt x="246826" y="961221"/>
                  </a:lnTo>
                  <a:lnTo>
                    <a:pt x="217439" y="926851"/>
                  </a:lnTo>
                  <a:lnTo>
                    <a:pt x="191158" y="889714"/>
                  </a:lnTo>
                  <a:lnTo>
                    <a:pt x="168228" y="849974"/>
                  </a:lnTo>
                  <a:lnTo>
                    <a:pt x="148892" y="807797"/>
                  </a:lnTo>
                  <a:lnTo>
                    <a:pt x="133396" y="763346"/>
                  </a:lnTo>
                  <a:lnTo>
                    <a:pt x="121983" y="716788"/>
                  </a:lnTo>
                  <a:lnTo>
                    <a:pt x="0" y="740663"/>
                  </a:lnTo>
                  <a:lnTo>
                    <a:pt x="11312" y="788510"/>
                  </a:lnTo>
                  <a:lnTo>
                    <a:pt x="26141" y="834720"/>
                  </a:lnTo>
                  <a:lnTo>
                    <a:pt x="44326" y="879161"/>
                  </a:lnTo>
                  <a:lnTo>
                    <a:pt x="65705" y="921700"/>
                  </a:lnTo>
                  <a:lnTo>
                    <a:pt x="90117" y="962203"/>
                  </a:lnTo>
                  <a:lnTo>
                    <a:pt x="117401" y="1000538"/>
                  </a:lnTo>
                  <a:lnTo>
                    <a:pt x="147394" y="1036572"/>
                  </a:lnTo>
                  <a:lnTo>
                    <a:pt x="179935" y="1070170"/>
                  </a:lnTo>
                  <a:lnTo>
                    <a:pt x="214863" y="1101201"/>
                  </a:lnTo>
                  <a:lnTo>
                    <a:pt x="252016" y="1129530"/>
                  </a:lnTo>
                  <a:lnTo>
                    <a:pt x="291233" y="1155025"/>
                  </a:lnTo>
                  <a:lnTo>
                    <a:pt x="332352" y="1177553"/>
                  </a:lnTo>
                  <a:lnTo>
                    <a:pt x="375212" y="1196980"/>
                  </a:lnTo>
                  <a:lnTo>
                    <a:pt x="419651" y="1213174"/>
                  </a:lnTo>
                  <a:lnTo>
                    <a:pt x="465507" y="1226000"/>
                  </a:lnTo>
                  <a:lnTo>
                    <a:pt x="512620" y="1235327"/>
                  </a:lnTo>
                  <a:lnTo>
                    <a:pt x="560827" y="1241021"/>
                  </a:lnTo>
                  <a:lnTo>
                    <a:pt x="609968" y="1242949"/>
                  </a:lnTo>
                  <a:lnTo>
                    <a:pt x="658525" y="1241079"/>
                  </a:lnTo>
                  <a:lnTo>
                    <a:pt x="706062" y="1235561"/>
                  </a:lnTo>
                  <a:lnTo>
                    <a:pt x="752438" y="1226534"/>
                  </a:lnTo>
                  <a:lnTo>
                    <a:pt x="797518" y="1214136"/>
                  </a:lnTo>
                  <a:lnTo>
                    <a:pt x="841161" y="1198506"/>
                  </a:lnTo>
                  <a:lnTo>
                    <a:pt x="883230" y="1179780"/>
                  </a:lnTo>
                  <a:lnTo>
                    <a:pt x="923587" y="1158098"/>
                  </a:lnTo>
                  <a:lnTo>
                    <a:pt x="962094" y="1133598"/>
                  </a:lnTo>
                  <a:lnTo>
                    <a:pt x="998611" y="1106418"/>
                  </a:lnTo>
                  <a:lnTo>
                    <a:pt x="1033002" y="1076697"/>
                  </a:lnTo>
                  <a:lnTo>
                    <a:pt x="1065127" y="1044571"/>
                  </a:lnTo>
                  <a:lnTo>
                    <a:pt x="1094849" y="1010181"/>
                  </a:lnTo>
                  <a:lnTo>
                    <a:pt x="1122029" y="973663"/>
                  </a:lnTo>
                  <a:lnTo>
                    <a:pt x="1146529" y="935157"/>
                  </a:lnTo>
                  <a:lnTo>
                    <a:pt x="1168211" y="894800"/>
                  </a:lnTo>
                  <a:lnTo>
                    <a:pt x="1186936" y="852731"/>
                  </a:lnTo>
                  <a:lnTo>
                    <a:pt x="1202567" y="809087"/>
                  </a:lnTo>
                  <a:lnTo>
                    <a:pt x="1214965" y="764008"/>
                  </a:lnTo>
                  <a:lnTo>
                    <a:pt x="1223991" y="717631"/>
                  </a:lnTo>
                  <a:lnTo>
                    <a:pt x="1229509" y="670095"/>
                  </a:lnTo>
                  <a:lnTo>
                    <a:pt x="1231379" y="621538"/>
                  </a:lnTo>
                  <a:lnTo>
                    <a:pt x="1229509" y="572963"/>
                  </a:lnTo>
                  <a:lnTo>
                    <a:pt x="1223991" y="525411"/>
                  </a:lnTo>
                  <a:lnTo>
                    <a:pt x="1214965" y="479020"/>
                  </a:lnTo>
                  <a:lnTo>
                    <a:pt x="1202567" y="433928"/>
                  </a:lnTo>
                  <a:lnTo>
                    <a:pt x="1186936" y="390273"/>
                  </a:lnTo>
                  <a:lnTo>
                    <a:pt x="1168211" y="348194"/>
                  </a:lnTo>
                  <a:lnTo>
                    <a:pt x="1146529" y="307829"/>
                  </a:lnTo>
                  <a:lnTo>
                    <a:pt x="1122029" y="269315"/>
                  </a:lnTo>
                  <a:lnTo>
                    <a:pt x="1094849" y="232791"/>
                  </a:lnTo>
                  <a:lnTo>
                    <a:pt x="1065127" y="198395"/>
                  </a:lnTo>
                  <a:lnTo>
                    <a:pt x="1033002" y="166265"/>
                  </a:lnTo>
                  <a:lnTo>
                    <a:pt x="998611" y="136540"/>
                  </a:lnTo>
                  <a:lnTo>
                    <a:pt x="962094" y="109357"/>
                  </a:lnTo>
                  <a:lnTo>
                    <a:pt x="923587" y="84854"/>
                  </a:lnTo>
                  <a:lnTo>
                    <a:pt x="883230" y="63171"/>
                  </a:lnTo>
                  <a:lnTo>
                    <a:pt x="841161" y="44444"/>
                  </a:lnTo>
                  <a:lnTo>
                    <a:pt x="797518" y="28812"/>
                  </a:lnTo>
                  <a:lnTo>
                    <a:pt x="752438" y="16414"/>
                  </a:lnTo>
                  <a:lnTo>
                    <a:pt x="706062" y="7387"/>
                  </a:lnTo>
                  <a:lnTo>
                    <a:pt x="658525" y="1869"/>
                  </a:lnTo>
                  <a:lnTo>
                    <a:pt x="609968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5108" y="1040002"/>
              <a:ext cx="939165" cy="949325"/>
            </a:xfrm>
            <a:custGeom>
              <a:avLst/>
              <a:gdLst/>
              <a:ahLst/>
              <a:cxnLst/>
              <a:rect l="l" t="t" r="r" b="b"/>
              <a:pathLst>
                <a:path w="939164" h="949325">
                  <a:moveTo>
                    <a:pt x="621182" y="0"/>
                  </a:moveTo>
                  <a:lnTo>
                    <a:pt x="561327" y="2921"/>
                  </a:lnTo>
                  <a:lnTo>
                    <a:pt x="502056" y="11557"/>
                  </a:lnTo>
                  <a:lnTo>
                    <a:pt x="454736" y="22707"/>
                  </a:lnTo>
                  <a:lnTo>
                    <a:pt x="409130" y="37236"/>
                  </a:lnTo>
                  <a:lnTo>
                    <a:pt x="365328" y="54991"/>
                  </a:lnTo>
                  <a:lnTo>
                    <a:pt x="323443" y="75806"/>
                  </a:lnTo>
                  <a:lnTo>
                    <a:pt x="283603" y="99517"/>
                  </a:lnTo>
                  <a:lnTo>
                    <a:pt x="245897" y="125958"/>
                  </a:lnTo>
                  <a:lnTo>
                    <a:pt x="210439" y="154978"/>
                  </a:lnTo>
                  <a:lnTo>
                    <a:pt x="177330" y="186410"/>
                  </a:lnTo>
                  <a:lnTo>
                    <a:pt x="146697" y="220103"/>
                  </a:lnTo>
                  <a:lnTo>
                    <a:pt x="118643" y="255866"/>
                  </a:lnTo>
                  <a:lnTo>
                    <a:pt x="93268" y="293560"/>
                  </a:lnTo>
                  <a:lnTo>
                    <a:pt x="70688" y="333019"/>
                  </a:lnTo>
                  <a:lnTo>
                    <a:pt x="51015" y="374078"/>
                  </a:lnTo>
                  <a:lnTo>
                    <a:pt x="34353" y="416572"/>
                  </a:lnTo>
                  <a:lnTo>
                    <a:pt x="20802" y="460336"/>
                  </a:lnTo>
                  <a:lnTo>
                    <a:pt x="10490" y="505231"/>
                  </a:lnTo>
                  <a:lnTo>
                    <a:pt x="3517" y="551065"/>
                  </a:lnTo>
                  <a:lnTo>
                    <a:pt x="0" y="597687"/>
                  </a:lnTo>
                  <a:lnTo>
                    <a:pt x="38" y="644931"/>
                  </a:lnTo>
                  <a:lnTo>
                    <a:pt x="3733" y="692658"/>
                  </a:lnTo>
                  <a:lnTo>
                    <a:pt x="11214" y="740664"/>
                  </a:lnTo>
                  <a:lnTo>
                    <a:pt x="133197" y="716788"/>
                  </a:lnTo>
                  <a:lnTo>
                    <a:pt x="129159" y="693178"/>
                  </a:lnTo>
                  <a:lnTo>
                    <a:pt x="126276" y="669404"/>
                  </a:lnTo>
                  <a:lnTo>
                    <a:pt x="124548" y="645515"/>
                  </a:lnTo>
                  <a:lnTo>
                    <a:pt x="123977" y="621538"/>
                  </a:lnTo>
                  <a:lnTo>
                    <a:pt x="126250" y="573659"/>
                  </a:lnTo>
                  <a:lnTo>
                    <a:pt x="132943" y="527075"/>
                  </a:lnTo>
                  <a:lnTo>
                    <a:pt x="143827" y="481977"/>
                  </a:lnTo>
                  <a:lnTo>
                    <a:pt x="158724" y="438581"/>
                  </a:lnTo>
                  <a:lnTo>
                    <a:pt x="177406" y="397090"/>
                  </a:lnTo>
                  <a:lnTo>
                    <a:pt x="199669" y="357733"/>
                  </a:lnTo>
                  <a:lnTo>
                    <a:pt x="225298" y="320700"/>
                  </a:lnTo>
                  <a:lnTo>
                    <a:pt x="254088" y="286207"/>
                  </a:lnTo>
                  <a:lnTo>
                    <a:pt x="285838" y="254457"/>
                  </a:lnTo>
                  <a:lnTo>
                    <a:pt x="320332" y="225666"/>
                  </a:lnTo>
                  <a:lnTo>
                    <a:pt x="357365" y="200037"/>
                  </a:lnTo>
                  <a:lnTo>
                    <a:pt x="396722" y="177774"/>
                  </a:lnTo>
                  <a:lnTo>
                    <a:pt x="438213" y="159092"/>
                  </a:lnTo>
                  <a:lnTo>
                    <a:pt x="481609" y="144195"/>
                  </a:lnTo>
                  <a:lnTo>
                    <a:pt x="526707" y="133311"/>
                  </a:lnTo>
                  <a:lnTo>
                    <a:pt x="573290" y="126619"/>
                  </a:lnTo>
                  <a:lnTo>
                    <a:pt x="621182" y="124333"/>
                  </a:lnTo>
                  <a:lnTo>
                    <a:pt x="621182" y="0"/>
                  </a:lnTo>
                  <a:close/>
                </a:path>
                <a:path w="939164" h="949325">
                  <a:moveTo>
                    <a:pt x="938555" y="631825"/>
                  </a:moveTo>
                  <a:lnTo>
                    <a:pt x="935113" y="584974"/>
                  </a:lnTo>
                  <a:lnTo>
                    <a:pt x="925131" y="540258"/>
                  </a:lnTo>
                  <a:lnTo>
                    <a:pt x="909091" y="498170"/>
                  </a:lnTo>
                  <a:lnTo>
                    <a:pt x="887501" y="459193"/>
                  </a:lnTo>
                  <a:lnTo>
                    <a:pt x="860818" y="423837"/>
                  </a:lnTo>
                  <a:lnTo>
                    <a:pt x="829551" y="392569"/>
                  </a:lnTo>
                  <a:lnTo>
                    <a:pt x="794194" y="365887"/>
                  </a:lnTo>
                  <a:lnTo>
                    <a:pt x="755218" y="344297"/>
                  </a:lnTo>
                  <a:lnTo>
                    <a:pt x="713130" y="328256"/>
                  </a:lnTo>
                  <a:lnTo>
                    <a:pt x="668413" y="318274"/>
                  </a:lnTo>
                  <a:lnTo>
                    <a:pt x="621563" y="314833"/>
                  </a:lnTo>
                  <a:lnTo>
                    <a:pt x="574700" y="318274"/>
                  </a:lnTo>
                  <a:lnTo>
                    <a:pt x="529983" y="328256"/>
                  </a:lnTo>
                  <a:lnTo>
                    <a:pt x="487895" y="344297"/>
                  </a:lnTo>
                  <a:lnTo>
                    <a:pt x="448919" y="365887"/>
                  </a:lnTo>
                  <a:lnTo>
                    <a:pt x="413562" y="392569"/>
                  </a:lnTo>
                  <a:lnTo>
                    <a:pt x="382295" y="423837"/>
                  </a:lnTo>
                  <a:lnTo>
                    <a:pt x="355612" y="459193"/>
                  </a:lnTo>
                  <a:lnTo>
                    <a:pt x="334022" y="498170"/>
                  </a:lnTo>
                  <a:lnTo>
                    <a:pt x="317982" y="540258"/>
                  </a:lnTo>
                  <a:lnTo>
                    <a:pt x="308000" y="584974"/>
                  </a:lnTo>
                  <a:lnTo>
                    <a:pt x="304571" y="631825"/>
                  </a:lnTo>
                  <a:lnTo>
                    <a:pt x="308000" y="678688"/>
                  </a:lnTo>
                  <a:lnTo>
                    <a:pt x="317982" y="723404"/>
                  </a:lnTo>
                  <a:lnTo>
                    <a:pt x="334022" y="765492"/>
                  </a:lnTo>
                  <a:lnTo>
                    <a:pt x="355612" y="804468"/>
                  </a:lnTo>
                  <a:lnTo>
                    <a:pt x="382295" y="839825"/>
                  </a:lnTo>
                  <a:lnTo>
                    <a:pt x="413562" y="871093"/>
                  </a:lnTo>
                  <a:lnTo>
                    <a:pt x="448919" y="897775"/>
                  </a:lnTo>
                  <a:lnTo>
                    <a:pt x="487895" y="919365"/>
                  </a:lnTo>
                  <a:lnTo>
                    <a:pt x="529983" y="935405"/>
                  </a:lnTo>
                  <a:lnTo>
                    <a:pt x="574700" y="945388"/>
                  </a:lnTo>
                  <a:lnTo>
                    <a:pt x="621563" y="948817"/>
                  </a:lnTo>
                  <a:lnTo>
                    <a:pt x="668413" y="945388"/>
                  </a:lnTo>
                  <a:lnTo>
                    <a:pt x="713130" y="935405"/>
                  </a:lnTo>
                  <a:lnTo>
                    <a:pt x="755218" y="919365"/>
                  </a:lnTo>
                  <a:lnTo>
                    <a:pt x="794194" y="897775"/>
                  </a:lnTo>
                  <a:lnTo>
                    <a:pt x="829551" y="871093"/>
                  </a:lnTo>
                  <a:lnTo>
                    <a:pt x="860818" y="839825"/>
                  </a:lnTo>
                  <a:lnTo>
                    <a:pt x="887501" y="804468"/>
                  </a:lnTo>
                  <a:lnTo>
                    <a:pt x="909091" y="765492"/>
                  </a:lnTo>
                  <a:lnTo>
                    <a:pt x="925131" y="723404"/>
                  </a:lnTo>
                  <a:lnTo>
                    <a:pt x="935113" y="678688"/>
                  </a:lnTo>
                  <a:lnTo>
                    <a:pt x="938555" y="6318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369" y="2841751"/>
              <a:ext cx="1231900" cy="1243330"/>
            </a:xfrm>
            <a:custGeom>
              <a:avLst/>
              <a:gdLst/>
              <a:ahLst/>
              <a:cxnLst/>
              <a:rect l="l" t="t" r="r" b="b"/>
              <a:pathLst>
                <a:path w="1231900" h="1243329">
                  <a:moveTo>
                    <a:pt x="609942" y="0"/>
                  </a:moveTo>
                  <a:lnTo>
                    <a:pt x="609942" y="124206"/>
                  </a:lnTo>
                  <a:lnTo>
                    <a:pt x="657034" y="126422"/>
                  </a:lnTo>
                  <a:lnTo>
                    <a:pt x="703012" y="132948"/>
                  </a:lnTo>
                  <a:lnTo>
                    <a:pt x="747653" y="143600"/>
                  </a:lnTo>
                  <a:lnTo>
                    <a:pt x="790734" y="158193"/>
                  </a:lnTo>
                  <a:lnTo>
                    <a:pt x="832032" y="176544"/>
                  </a:lnTo>
                  <a:lnTo>
                    <a:pt x="871325" y="198467"/>
                  </a:lnTo>
                  <a:lnTo>
                    <a:pt x="908388" y="223779"/>
                  </a:lnTo>
                  <a:lnTo>
                    <a:pt x="942999" y="252296"/>
                  </a:lnTo>
                  <a:lnTo>
                    <a:pt x="974934" y="283832"/>
                  </a:lnTo>
                  <a:lnTo>
                    <a:pt x="1003972" y="318205"/>
                  </a:lnTo>
                  <a:lnTo>
                    <a:pt x="1029888" y="355230"/>
                  </a:lnTo>
                  <a:lnTo>
                    <a:pt x="1052459" y="394722"/>
                  </a:lnTo>
                  <a:lnTo>
                    <a:pt x="1071463" y="436497"/>
                  </a:lnTo>
                  <a:lnTo>
                    <a:pt x="1086677" y="480371"/>
                  </a:lnTo>
                  <a:lnTo>
                    <a:pt x="1097876" y="526161"/>
                  </a:lnTo>
                  <a:lnTo>
                    <a:pt x="1104833" y="573591"/>
                  </a:lnTo>
                  <a:lnTo>
                    <a:pt x="1107211" y="620602"/>
                  </a:lnTo>
                  <a:lnTo>
                    <a:pt x="1105174" y="666951"/>
                  </a:lnTo>
                  <a:lnTo>
                    <a:pt x="1098888" y="712392"/>
                  </a:lnTo>
                  <a:lnTo>
                    <a:pt x="1088517" y="756682"/>
                  </a:lnTo>
                  <a:lnTo>
                    <a:pt x="1074225" y="799575"/>
                  </a:lnTo>
                  <a:lnTo>
                    <a:pt x="1056177" y="840828"/>
                  </a:lnTo>
                  <a:lnTo>
                    <a:pt x="1034538" y="880195"/>
                  </a:lnTo>
                  <a:lnTo>
                    <a:pt x="1009471" y="917434"/>
                  </a:lnTo>
                  <a:lnTo>
                    <a:pt x="981143" y="952298"/>
                  </a:lnTo>
                  <a:lnTo>
                    <a:pt x="949716" y="984544"/>
                  </a:lnTo>
                  <a:lnTo>
                    <a:pt x="915357" y="1013927"/>
                  </a:lnTo>
                  <a:lnTo>
                    <a:pt x="878228" y="1040203"/>
                  </a:lnTo>
                  <a:lnTo>
                    <a:pt x="838496" y="1063127"/>
                  </a:lnTo>
                  <a:lnTo>
                    <a:pt x="796324" y="1082455"/>
                  </a:lnTo>
                  <a:lnTo>
                    <a:pt x="751877" y="1097942"/>
                  </a:lnTo>
                  <a:lnTo>
                    <a:pt x="705319" y="1109345"/>
                  </a:lnTo>
                  <a:lnTo>
                    <a:pt x="657889" y="1116301"/>
                  </a:lnTo>
                  <a:lnTo>
                    <a:pt x="610875" y="1118679"/>
                  </a:lnTo>
                  <a:lnTo>
                    <a:pt x="564523" y="1116642"/>
                  </a:lnTo>
                  <a:lnTo>
                    <a:pt x="519076" y="1110356"/>
                  </a:lnTo>
                  <a:lnTo>
                    <a:pt x="474781" y="1099985"/>
                  </a:lnTo>
                  <a:lnTo>
                    <a:pt x="431880" y="1085693"/>
                  </a:lnTo>
                  <a:lnTo>
                    <a:pt x="390620" y="1067645"/>
                  </a:lnTo>
                  <a:lnTo>
                    <a:pt x="351243" y="1046006"/>
                  </a:lnTo>
                  <a:lnTo>
                    <a:pt x="313995" y="1020939"/>
                  </a:lnTo>
                  <a:lnTo>
                    <a:pt x="279121" y="992611"/>
                  </a:lnTo>
                  <a:lnTo>
                    <a:pt x="246865" y="961184"/>
                  </a:lnTo>
                  <a:lnTo>
                    <a:pt x="217471" y="926825"/>
                  </a:lnTo>
                  <a:lnTo>
                    <a:pt x="191183" y="889696"/>
                  </a:lnTo>
                  <a:lnTo>
                    <a:pt x="168248" y="849964"/>
                  </a:lnTo>
                  <a:lnTo>
                    <a:pt x="148908" y="807792"/>
                  </a:lnTo>
                  <a:lnTo>
                    <a:pt x="133409" y="763345"/>
                  </a:lnTo>
                  <a:lnTo>
                    <a:pt x="121996" y="716788"/>
                  </a:lnTo>
                  <a:lnTo>
                    <a:pt x="0" y="740537"/>
                  </a:lnTo>
                  <a:lnTo>
                    <a:pt x="11311" y="788403"/>
                  </a:lnTo>
                  <a:lnTo>
                    <a:pt x="26140" y="834631"/>
                  </a:lnTo>
                  <a:lnTo>
                    <a:pt x="44325" y="879088"/>
                  </a:lnTo>
                  <a:lnTo>
                    <a:pt x="65704" y="921640"/>
                  </a:lnTo>
                  <a:lnTo>
                    <a:pt x="90115" y="962156"/>
                  </a:lnTo>
                  <a:lnTo>
                    <a:pt x="117397" y="1000501"/>
                  </a:lnTo>
                  <a:lnTo>
                    <a:pt x="147389" y="1036543"/>
                  </a:lnTo>
                  <a:lnTo>
                    <a:pt x="179929" y="1070148"/>
                  </a:lnTo>
                  <a:lnTo>
                    <a:pt x="214855" y="1101185"/>
                  </a:lnTo>
                  <a:lnTo>
                    <a:pt x="252006" y="1129519"/>
                  </a:lnTo>
                  <a:lnTo>
                    <a:pt x="291222" y="1155018"/>
                  </a:lnTo>
                  <a:lnTo>
                    <a:pt x="332339" y="1177548"/>
                  </a:lnTo>
                  <a:lnTo>
                    <a:pt x="375197" y="1196977"/>
                  </a:lnTo>
                  <a:lnTo>
                    <a:pt x="419633" y="1213172"/>
                  </a:lnTo>
                  <a:lnTo>
                    <a:pt x="465488" y="1226000"/>
                  </a:lnTo>
                  <a:lnTo>
                    <a:pt x="512599" y="1235327"/>
                  </a:lnTo>
                  <a:lnTo>
                    <a:pt x="560804" y="1241021"/>
                  </a:lnTo>
                  <a:lnTo>
                    <a:pt x="609942" y="1242949"/>
                  </a:lnTo>
                  <a:lnTo>
                    <a:pt x="658517" y="1241079"/>
                  </a:lnTo>
                  <a:lnTo>
                    <a:pt x="706069" y="1235561"/>
                  </a:lnTo>
                  <a:lnTo>
                    <a:pt x="752460" y="1226534"/>
                  </a:lnTo>
                  <a:lnTo>
                    <a:pt x="797552" y="1214136"/>
                  </a:lnTo>
                  <a:lnTo>
                    <a:pt x="841207" y="1198504"/>
                  </a:lnTo>
                  <a:lnTo>
                    <a:pt x="883286" y="1179777"/>
                  </a:lnTo>
                  <a:lnTo>
                    <a:pt x="923651" y="1158094"/>
                  </a:lnTo>
                  <a:lnTo>
                    <a:pt x="962165" y="1133591"/>
                  </a:lnTo>
                  <a:lnTo>
                    <a:pt x="998689" y="1106408"/>
                  </a:lnTo>
                  <a:lnTo>
                    <a:pt x="1033085" y="1076683"/>
                  </a:lnTo>
                  <a:lnTo>
                    <a:pt x="1065215" y="1044553"/>
                  </a:lnTo>
                  <a:lnTo>
                    <a:pt x="1094940" y="1010157"/>
                  </a:lnTo>
                  <a:lnTo>
                    <a:pt x="1122123" y="973633"/>
                  </a:lnTo>
                  <a:lnTo>
                    <a:pt x="1146626" y="935119"/>
                  </a:lnTo>
                  <a:lnTo>
                    <a:pt x="1168309" y="894754"/>
                  </a:lnTo>
                  <a:lnTo>
                    <a:pt x="1187036" y="852675"/>
                  </a:lnTo>
                  <a:lnTo>
                    <a:pt x="1202668" y="809020"/>
                  </a:lnTo>
                  <a:lnTo>
                    <a:pt x="1215066" y="763928"/>
                  </a:lnTo>
                  <a:lnTo>
                    <a:pt x="1224093" y="717537"/>
                  </a:lnTo>
                  <a:lnTo>
                    <a:pt x="1229611" y="669985"/>
                  </a:lnTo>
                  <a:lnTo>
                    <a:pt x="1231480" y="621411"/>
                  </a:lnTo>
                  <a:lnTo>
                    <a:pt x="1229611" y="572853"/>
                  </a:lnTo>
                  <a:lnTo>
                    <a:pt x="1224093" y="525317"/>
                  </a:lnTo>
                  <a:lnTo>
                    <a:pt x="1215066" y="478940"/>
                  </a:lnTo>
                  <a:lnTo>
                    <a:pt x="1202668" y="433861"/>
                  </a:lnTo>
                  <a:lnTo>
                    <a:pt x="1187036" y="390217"/>
                  </a:lnTo>
                  <a:lnTo>
                    <a:pt x="1168309" y="348148"/>
                  </a:lnTo>
                  <a:lnTo>
                    <a:pt x="1146626" y="307791"/>
                  </a:lnTo>
                  <a:lnTo>
                    <a:pt x="1122123" y="269285"/>
                  </a:lnTo>
                  <a:lnTo>
                    <a:pt x="1094940" y="232767"/>
                  </a:lnTo>
                  <a:lnTo>
                    <a:pt x="1065215" y="198377"/>
                  </a:lnTo>
                  <a:lnTo>
                    <a:pt x="1033085" y="166251"/>
                  </a:lnTo>
                  <a:lnTo>
                    <a:pt x="998689" y="136530"/>
                  </a:lnTo>
                  <a:lnTo>
                    <a:pt x="962165" y="109350"/>
                  </a:lnTo>
                  <a:lnTo>
                    <a:pt x="923651" y="84850"/>
                  </a:lnTo>
                  <a:lnTo>
                    <a:pt x="883286" y="63168"/>
                  </a:lnTo>
                  <a:lnTo>
                    <a:pt x="841207" y="44442"/>
                  </a:lnTo>
                  <a:lnTo>
                    <a:pt x="797552" y="28812"/>
                  </a:lnTo>
                  <a:lnTo>
                    <a:pt x="752460" y="16414"/>
                  </a:lnTo>
                  <a:lnTo>
                    <a:pt x="706069" y="7387"/>
                  </a:lnTo>
                  <a:lnTo>
                    <a:pt x="658517" y="1869"/>
                  </a:lnTo>
                  <a:lnTo>
                    <a:pt x="609942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6155" y="2841751"/>
              <a:ext cx="958850" cy="937894"/>
            </a:xfrm>
            <a:custGeom>
              <a:avLst/>
              <a:gdLst/>
              <a:ahLst/>
              <a:cxnLst/>
              <a:rect l="l" t="t" r="r" b="b"/>
              <a:pathLst>
                <a:path w="958850" h="937895">
                  <a:moveTo>
                    <a:pt x="621157" y="0"/>
                  </a:moveTo>
                  <a:lnTo>
                    <a:pt x="561301" y="2882"/>
                  </a:lnTo>
                  <a:lnTo>
                    <a:pt x="502031" y="11557"/>
                  </a:lnTo>
                  <a:lnTo>
                    <a:pt x="454710" y="22707"/>
                  </a:lnTo>
                  <a:lnTo>
                    <a:pt x="409105" y="37236"/>
                  </a:lnTo>
                  <a:lnTo>
                    <a:pt x="365315" y="54978"/>
                  </a:lnTo>
                  <a:lnTo>
                    <a:pt x="323443" y="75793"/>
                  </a:lnTo>
                  <a:lnTo>
                    <a:pt x="283591" y="99491"/>
                  </a:lnTo>
                  <a:lnTo>
                    <a:pt x="245897" y="125933"/>
                  </a:lnTo>
                  <a:lnTo>
                    <a:pt x="210439" y="154952"/>
                  </a:lnTo>
                  <a:lnTo>
                    <a:pt x="177330" y="186372"/>
                  </a:lnTo>
                  <a:lnTo>
                    <a:pt x="146697" y="220052"/>
                  </a:lnTo>
                  <a:lnTo>
                    <a:pt x="118643" y="255803"/>
                  </a:lnTo>
                  <a:lnTo>
                    <a:pt x="93268" y="293497"/>
                  </a:lnTo>
                  <a:lnTo>
                    <a:pt x="70688" y="332943"/>
                  </a:lnTo>
                  <a:lnTo>
                    <a:pt x="51015" y="373989"/>
                  </a:lnTo>
                  <a:lnTo>
                    <a:pt x="34353" y="416471"/>
                  </a:lnTo>
                  <a:lnTo>
                    <a:pt x="20815" y="460235"/>
                  </a:lnTo>
                  <a:lnTo>
                    <a:pt x="10502" y="505117"/>
                  </a:lnTo>
                  <a:lnTo>
                    <a:pt x="3530" y="550951"/>
                  </a:lnTo>
                  <a:lnTo>
                    <a:pt x="0" y="597560"/>
                  </a:lnTo>
                  <a:lnTo>
                    <a:pt x="38" y="644817"/>
                  </a:lnTo>
                  <a:lnTo>
                    <a:pt x="3733" y="692531"/>
                  </a:lnTo>
                  <a:lnTo>
                    <a:pt x="11214" y="740537"/>
                  </a:lnTo>
                  <a:lnTo>
                    <a:pt x="133210" y="716788"/>
                  </a:lnTo>
                  <a:lnTo>
                    <a:pt x="129171" y="693102"/>
                  </a:lnTo>
                  <a:lnTo>
                    <a:pt x="126288" y="669290"/>
                  </a:lnTo>
                  <a:lnTo>
                    <a:pt x="124561" y="645388"/>
                  </a:lnTo>
                  <a:lnTo>
                    <a:pt x="123990" y="621411"/>
                  </a:lnTo>
                  <a:lnTo>
                    <a:pt x="126263" y="573532"/>
                  </a:lnTo>
                  <a:lnTo>
                    <a:pt x="132943" y="526948"/>
                  </a:lnTo>
                  <a:lnTo>
                    <a:pt x="143840" y="481850"/>
                  </a:lnTo>
                  <a:lnTo>
                    <a:pt x="158737" y="438454"/>
                  </a:lnTo>
                  <a:lnTo>
                    <a:pt x="177406" y="396963"/>
                  </a:lnTo>
                  <a:lnTo>
                    <a:pt x="199669" y="357606"/>
                  </a:lnTo>
                  <a:lnTo>
                    <a:pt x="225298" y="320573"/>
                  </a:lnTo>
                  <a:lnTo>
                    <a:pt x="254088" y="286080"/>
                  </a:lnTo>
                  <a:lnTo>
                    <a:pt x="285826" y="254330"/>
                  </a:lnTo>
                  <a:lnTo>
                    <a:pt x="320319" y="225539"/>
                  </a:lnTo>
                  <a:lnTo>
                    <a:pt x="357352" y="199910"/>
                  </a:lnTo>
                  <a:lnTo>
                    <a:pt x="396709" y="177647"/>
                  </a:lnTo>
                  <a:lnTo>
                    <a:pt x="438188" y="158965"/>
                  </a:lnTo>
                  <a:lnTo>
                    <a:pt x="481584" y="144068"/>
                  </a:lnTo>
                  <a:lnTo>
                    <a:pt x="526681" y="133184"/>
                  </a:lnTo>
                  <a:lnTo>
                    <a:pt x="573265" y="126492"/>
                  </a:lnTo>
                  <a:lnTo>
                    <a:pt x="621157" y="124206"/>
                  </a:lnTo>
                  <a:lnTo>
                    <a:pt x="621157" y="0"/>
                  </a:lnTo>
                  <a:close/>
                </a:path>
                <a:path w="958850" h="937895">
                  <a:moveTo>
                    <a:pt x="958469" y="621538"/>
                  </a:moveTo>
                  <a:lnTo>
                    <a:pt x="955027" y="574814"/>
                  </a:lnTo>
                  <a:lnTo>
                    <a:pt x="945045" y="530225"/>
                  </a:lnTo>
                  <a:lnTo>
                    <a:pt x="929005" y="488238"/>
                  </a:lnTo>
                  <a:lnTo>
                    <a:pt x="907415" y="449364"/>
                  </a:lnTo>
                  <a:lnTo>
                    <a:pt x="880732" y="414083"/>
                  </a:lnTo>
                  <a:lnTo>
                    <a:pt x="849464" y="382892"/>
                  </a:lnTo>
                  <a:lnTo>
                    <a:pt x="814108" y="356273"/>
                  </a:lnTo>
                  <a:lnTo>
                    <a:pt x="775131" y="334708"/>
                  </a:lnTo>
                  <a:lnTo>
                    <a:pt x="733044" y="318706"/>
                  </a:lnTo>
                  <a:lnTo>
                    <a:pt x="688327" y="308749"/>
                  </a:lnTo>
                  <a:lnTo>
                    <a:pt x="641477" y="305308"/>
                  </a:lnTo>
                  <a:lnTo>
                    <a:pt x="594614" y="308749"/>
                  </a:lnTo>
                  <a:lnTo>
                    <a:pt x="549897" y="318706"/>
                  </a:lnTo>
                  <a:lnTo>
                    <a:pt x="507809" y="334708"/>
                  </a:lnTo>
                  <a:lnTo>
                    <a:pt x="468833" y="356273"/>
                  </a:lnTo>
                  <a:lnTo>
                    <a:pt x="433476" y="382892"/>
                  </a:lnTo>
                  <a:lnTo>
                    <a:pt x="402209" y="414083"/>
                  </a:lnTo>
                  <a:lnTo>
                    <a:pt x="375526" y="449364"/>
                  </a:lnTo>
                  <a:lnTo>
                    <a:pt x="353936" y="488238"/>
                  </a:lnTo>
                  <a:lnTo>
                    <a:pt x="337896" y="530225"/>
                  </a:lnTo>
                  <a:lnTo>
                    <a:pt x="327914" y="574814"/>
                  </a:lnTo>
                  <a:lnTo>
                    <a:pt x="324485" y="621538"/>
                  </a:lnTo>
                  <a:lnTo>
                    <a:pt x="327914" y="668274"/>
                  </a:lnTo>
                  <a:lnTo>
                    <a:pt x="337896" y="712863"/>
                  </a:lnTo>
                  <a:lnTo>
                    <a:pt x="353936" y="754849"/>
                  </a:lnTo>
                  <a:lnTo>
                    <a:pt x="375526" y="793724"/>
                  </a:lnTo>
                  <a:lnTo>
                    <a:pt x="402209" y="829005"/>
                  </a:lnTo>
                  <a:lnTo>
                    <a:pt x="433476" y="860196"/>
                  </a:lnTo>
                  <a:lnTo>
                    <a:pt x="468833" y="886815"/>
                  </a:lnTo>
                  <a:lnTo>
                    <a:pt x="507809" y="908380"/>
                  </a:lnTo>
                  <a:lnTo>
                    <a:pt x="549897" y="924382"/>
                  </a:lnTo>
                  <a:lnTo>
                    <a:pt x="594614" y="934339"/>
                  </a:lnTo>
                  <a:lnTo>
                    <a:pt x="641477" y="937768"/>
                  </a:lnTo>
                  <a:lnTo>
                    <a:pt x="688327" y="934339"/>
                  </a:lnTo>
                  <a:lnTo>
                    <a:pt x="733044" y="924382"/>
                  </a:lnTo>
                  <a:lnTo>
                    <a:pt x="775131" y="908380"/>
                  </a:lnTo>
                  <a:lnTo>
                    <a:pt x="814108" y="886815"/>
                  </a:lnTo>
                  <a:lnTo>
                    <a:pt x="849464" y="860196"/>
                  </a:lnTo>
                  <a:lnTo>
                    <a:pt x="880732" y="829005"/>
                  </a:lnTo>
                  <a:lnTo>
                    <a:pt x="907415" y="793724"/>
                  </a:lnTo>
                  <a:lnTo>
                    <a:pt x="929005" y="754849"/>
                  </a:lnTo>
                  <a:lnTo>
                    <a:pt x="945045" y="712863"/>
                  </a:lnTo>
                  <a:lnTo>
                    <a:pt x="955027" y="668274"/>
                  </a:lnTo>
                  <a:lnTo>
                    <a:pt x="958469" y="6215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772400" y="1221921"/>
            <a:ext cx="2188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FF"/>
                </a:solidFill>
              </a:rPr>
              <a:t>Short</a:t>
            </a:r>
            <a:r>
              <a:rPr sz="1800" spc="185" dirty="0">
                <a:solidFill>
                  <a:srgbClr val="0066FF"/>
                </a:solidFill>
              </a:rPr>
              <a:t> </a:t>
            </a:r>
            <a:r>
              <a:rPr sz="1800" dirty="0">
                <a:solidFill>
                  <a:srgbClr val="0066FF"/>
                </a:solidFill>
              </a:rPr>
              <a:t>description</a:t>
            </a:r>
            <a:r>
              <a:rPr sz="1800" spc="225" dirty="0">
                <a:solidFill>
                  <a:srgbClr val="0066FF"/>
                </a:solidFill>
              </a:rPr>
              <a:t> </a:t>
            </a:r>
            <a:r>
              <a:rPr sz="1800" spc="-50" dirty="0">
                <a:solidFill>
                  <a:srgbClr val="0066FF"/>
                </a:solidFill>
              </a:rPr>
              <a:t>:</a:t>
            </a:r>
            <a:endParaRPr sz="1800" dirty="0"/>
          </a:p>
        </p:txBody>
      </p:sp>
      <p:sp>
        <p:nvSpPr>
          <p:cNvPr id="11" name="object 11"/>
          <p:cNvSpPr txBox="1"/>
          <p:nvPr/>
        </p:nvSpPr>
        <p:spPr>
          <a:xfrm>
            <a:off x="7924800" y="2248203"/>
            <a:ext cx="34074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7E7E7E"/>
                </a:solidFill>
                <a:latin typeface="Arial MT"/>
              </a:rPr>
              <a:t>The objective is to scrape historical cryptocurrency data, clean and preprocess it, and build a machine learning model to predict weekly Bitcoin price movement (UP/DOWN).</a:t>
            </a:r>
            <a:endParaRPr sz="1200" dirty="0">
              <a:solidFill>
                <a:srgbClr val="7E7E7E"/>
              </a:solidFill>
              <a:latin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0166" y="4430190"/>
            <a:ext cx="313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CC99"/>
                </a:solidFill>
                <a:latin typeface="Tahoma"/>
                <a:cs typeface="Tahoma"/>
              </a:rPr>
              <a:t>02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4413" y="2593467"/>
            <a:ext cx="26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00CC99"/>
                </a:solidFill>
                <a:latin typeface="Tahoma"/>
                <a:cs typeface="Tahoma"/>
              </a:rPr>
              <a:t>01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8165" y="4025973"/>
            <a:ext cx="358330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200" dirty="0" err="1">
                <a:solidFill>
                  <a:srgbClr val="7E7E7E"/>
                </a:solidFill>
                <a:latin typeface="Arial MT"/>
              </a:rPr>
              <a:t>CoinMarketCap</a:t>
            </a:r>
            <a:r>
              <a:rPr lang="en-US" sz="1200" dirty="0">
                <a:solidFill>
                  <a:srgbClr val="7E7E7E"/>
                </a:solidFill>
                <a:latin typeface="Arial MT"/>
              </a:rPr>
              <a:t> provides structured, reliable historical cryptocurrency data including prices, market capitalization, and volume.</a:t>
            </a:r>
            <a:endParaRPr sz="1200" dirty="0">
              <a:solidFill>
                <a:srgbClr val="7E7E7E"/>
              </a:solidFill>
              <a:latin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73318" y="4203876"/>
            <a:ext cx="2484120" cy="452755"/>
          </a:xfrm>
          <a:custGeom>
            <a:avLst/>
            <a:gdLst/>
            <a:ahLst/>
            <a:cxnLst/>
            <a:rect l="l" t="t" r="r" b="b"/>
            <a:pathLst>
              <a:path w="2484120" h="452754">
                <a:moveTo>
                  <a:pt x="2257806" y="0"/>
                </a:moveTo>
                <a:lnTo>
                  <a:pt x="226313" y="0"/>
                </a:lnTo>
                <a:lnTo>
                  <a:pt x="180710" y="4598"/>
                </a:lnTo>
                <a:lnTo>
                  <a:pt x="138231" y="17787"/>
                </a:lnTo>
                <a:lnTo>
                  <a:pt x="99789" y="38656"/>
                </a:lnTo>
                <a:lnTo>
                  <a:pt x="66294" y="66294"/>
                </a:lnTo>
                <a:lnTo>
                  <a:pt x="38656" y="99789"/>
                </a:lnTo>
                <a:lnTo>
                  <a:pt x="17787" y="138231"/>
                </a:lnTo>
                <a:lnTo>
                  <a:pt x="4598" y="180710"/>
                </a:lnTo>
                <a:lnTo>
                  <a:pt x="0" y="226313"/>
                </a:lnTo>
                <a:lnTo>
                  <a:pt x="4598" y="271917"/>
                </a:lnTo>
                <a:lnTo>
                  <a:pt x="17787" y="314396"/>
                </a:lnTo>
                <a:lnTo>
                  <a:pt x="38656" y="352838"/>
                </a:lnTo>
                <a:lnTo>
                  <a:pt x="66294" y="386334"/>
                </a:lnTo>
                <a:lnTo>
                  <a:pt x="99789" y="413971"/>
                </a:lnTo>
                <a:lnTo>
                  <a:pt x="138231" y="434840"/>
                </a:lnTo>
                <a:lnTo>
                  <a:pt x="180710" y="448029"/>
                </a:lnTo>
                <a:lnTo>
                  <a:pt x="226313" y="452627"/>
                </a:lnTo>
                <a:lnTo>
                  <a:pt x="2257806" y="452627"/>
                </a:lnTo>
                <a:lnTo>
                  <a:pt x="2303409" y="448029"/>
                </a:lnTo>
                <a:lnTo>
                  <a:pt x="2345888" y="434840"/>
                </a:lnTo>
                <a:lnTo>
                  <a:pt x="2384330" y="413971"/>
                </a:lnTo>
                <a:lnTo>
                  <a:pt x="2417825" y="386334"/>
                </a:lnTo>
                <a:lnTo>
                  <a:pt x="2445463" y="352838"/>
                </a:lnTo>
                <a:lnTo>
                  <a:pt x="2466332" y="314396"/>
                </a:lnTo>
                <a:lnTo>
                  <a:pt x="2479521" y="271917"/>
                </a:lnTo>
                <a:lnTo>
                  <a:pt x="2484119" y="226313"/>
                </a:lnTo>
                <a:lnTo>
                  <a:pt x="2479521" y="180710"/>
                </a:lnTo>
                <a:lnTo>
                  <a:pt x="2466332" y="138231"/>
                </a:lnTo>
                <a:lnTo>
                  <a:pt x="2445463" y="99789"/>
                </a:lnTo>
                <a:lnTo>
                  <a:pt x="2417825" y="66294"/>
                </a:lnTo>
                <a:lnTo>
                  <a:pt x="2384330" y="38656"/>
                </a:lnTo>
                <a:lnTo>
                  <a:pt x="2345888" y="17787"/>
                </a:lnTo>
                <a:lnTo>
                  <a:pt x="2303409" y="4598"/>
                </a:lnTo>
                <a:lnTo>
                  <a:pt x="2257806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4627012" y="4319827"/>
            <a:ext cx="193158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50" dirty="0">
                <a:solidFill>
                  <a:srgbClr val="FFFFFF"/>
                </a:solidFill>
                <a:latin typeface="Tahoma"/>
                <a:cs typeface="Tahoma"/>
              </a:rPr>
              <a:t>WHY COINMARKETCAP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79480" y="2465627"/>
            <a:ext cx="2484120" cy="452755"/>
          </a:xfrm>
          <a:custGeom>
            <a:avLst/>
            <a:gdLst/>
            <a:ahLst/>
            <a:cxnLst/>
            <a:rect l="l" t="t" r="r" b="b"/>
            <a:pathLst>
              <a:path w="2484120" h="452755">
                <a:moveTo>
                  <a:pt x="2257806" y="0"/>
                </a:moveTo>
                <a:lnTo>
                  <a:pt x="226313" y="0"/>
                </a:lnTo>
                <a:lnTo>
                  <a:pt x="180710" y="4598"/>
                </a:lnTo>
                <a:lnTo>
                  <a:pt x="138231" y="17787"/>
                </a:lnTo>
                <a:lnTo>
                  <a:pt x="99789" y="38656"/>
                </a:lnTo>
                <a:lnTo>
                  <a:pt x="66294" y="66294"/>
                </a:lnTo>
                <a:lnTo>
                  <a:pt x="38656" y="99789"/>
                </a:lnTo>
                <a:lnTo>
                  <a:pt x="17787" y="138231"/>
                </a:lnTo>
                <a:lnTo>
                  <a:pt x="4598" y="180710"/>
                </a:lnTo>
                <a:lnTo>
                  <a:pt x="0" y="226313"/>
                </a:lnTo>
                <a:lnTo>
                  <a:pt x="4598" y="271917"/>
                </a:lnTo>
                <a:lnTo>
                  <a:pt x="17787" y="314396"/>
                </a:lnTo>
                <a:lnTo>
                  <a:pt x="38656" y="352838"/>
                </a:lnTo>
                <a:lnTo>
                  <a:pt x="66294" y="386333"/>
                </a:lnTo>
                <a:lnTo>
                  <a:pt x="99789" y="413971"/>
                </a:lnTo>
                <a:lnTo>
                  <a:pt x="138231" y="434840"/>
                </a:lnTo>
                <a:lnTo>
                  <a:pt x="180710" y="448029"/>
                </a:lnTo>
                <a:lnTo>
                  <a:pt x="226313" y="452627"/>
                </a:lnTo>
                <a:lnTo>
                  <a:pt x="2257806" y="452627"/>
                </a:lnTo>
                <a:lnTo>
                  <a:pt x="2303409" y="448029"/>
                </a:lnTo>
                <a:lnTo>
                  <a:pt x="2345888" y="434840"/>
                </a:lnTo>
                <a:lnTo>
                  <a:pt x="2384330" y="413971"/>
                </a:lnTo>
                <a:lnTo>
                  <a:pt x="2417825" y="386333"/>
                </a:lnTo>
                <a:lnTo>
                  <a:pt x="2445463" y="352838"/>
                </a:lnTo>
                <a:lnTo>
                  <a:pt x="2466332" y="314396"/>
                </a:lnTo>
                <a:lnTo>
                  <a:pt x="2479521" y="271917"/>
                </a:lnTo>
                <a:lnTo>
                  <a:pt x="2484119" y="226313"/>
                </a:lnTo>
                <a:lnTo>
                  <a:pt x="2479521" y="180710"/>
                </a:lnTo>
                <a:lnTo>
                  <a:pt x="2466332" y="138231"/>
                </a:lnTo>
                <a:lnTo>
                  <a:pt x="2445463" y="99789"/>
                </a:lnTo>
                <a:lnTo>
                  <a:pt x="2417825" y="66294"/>
                </a:lnTo>
                <a:lnTo>
                  <a:pt x="2384330" y="38656"/>
                </a:lnTo>
                <a:lnTo>
                  <a:pt x="2345888" y="17787"/>
                </a:lnTo>
                <a:lnTo>
                  <a:pt x="2303409" y="4598"/>
                </a:lnTo>
                <a:lnTo>
                  <a:pt x="2257806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27012" y="2572051"/>
            <a:ext cx="19438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50" dirty="0">
                <a:solidFill>
                  <a:srgbClr val="FFFFFF"/>
                </a:solidFill>
                <a:latin typeface="Tahoma"/>
                <a:cs typeface="Tahoma"/>
              </a:rPr>
              <a:t>GOAL OF THE PROJECT</a:t>
            </a:r>
            <a:endParaRPr sz="1200" b="1" spc="50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7284" y="266700"/>
            <a:ext cx="2047239" cy="490855"/>
            <a:chOff x="367284" y="266700"/>
            <a:chExt cx="2047239" cy="490855"/>
          </a:xfrm>
        </p:grpSpPr>
        <p:sp>
          <p:nvSpPr>
            <p:cNvPr id="24" name="object 24"/>
            <p:cNvSpPr/>
            <p:nvPr/>
          </p:nvSpPr>
          <p:spPr>
            <a:xfrm>
              <a:off x="367284" y="266700"/>
              <a:ext cx="2047239" cy="490855"/>
            </a:xfrm>
            <a:custGeom>
              <a:avLst/>
              <a:gdLst/>
              <a:ahLst/>
              <a:cxnLst/>
              <a:rect l="l" t="t" r="r" b="b"/>
              <a:pathLst>
                <a:path w="2047239" h="490855">
                  <a:moveTo>
                    <a:pt x="1801367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046732" y="490727"/>
                  </a:lnTo>
                  <a:lnTo>
                    <a:pt x="2046732" y="245363"/>
                  </a:lnTo>
                  <a:lnTo>
                    <a:pt x="2041747" y="195915"/>
                  </a:lnTo>
                  <a:lnTo>
                    <a:pt x="2027449" y="149858"/>
                  </a:lnTo>
                  <a:lnTo>
                    <a:pt x="2004827" y="108179"/>
                  </a:lnTo>
                  <a:lnTo>
                    <a:pt x="1974865" y="71866"/>
                  </a:lnTo>
                  <a:lnTo>
                    <a:pt x="1938552" y="41904"/>
                  </a:lnTo>
                  <a:lnTo>
                    <a:pt x="1896873" y="19282"/>
                  </a:lnTo>
                  <a:lnTo>
                    <a:pt x="1850816" y="4984"/>
                  </a:lnTo>
                  <a:lnTo>
                    <a:pt x="1801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9496" y="321564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78483" y="387222"/>
            <a:ext cx="1178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sz="1400" b="1" spc="40" dirty="0">
                <a:solidFill>
                  <a:srgbClr val="0066FF"/>
                </a:solidFill>
                <a:latin typeface="Tahoma"/>
                <a:cs typeface="Tahoma"/>
              </a:rPr>
              <a:t>One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8294" y="371297"/>
            <a:ext cx="240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60" dirty="0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07943" y="2671003"/>
            <a:ext cx="921385" cy="76200"/>
          </a:xfrm>
          <a:custGeom>
            <a:avLst/>
            <a:gdLst/>
            <a:ahLst/>
            <a:cxnLst/>
            <a:rect l="l" t="t" r="r" b="b"/>
            <a:pathLst>
              <a:path w="921385" h="76200">
                <a:moveTo>
                  <a:pt x="844931" y="0"/>
                </a:moveTo>
                <a:lnTo>
                  <a:pt x="844931" y="76200"/>
                </a:lnTo>
                <a:lnTo>
                  <a:pt x="908431" y="44450"/>
                </a:lnTo>
                <a:lnTo>
                  <a:pt x="857631" y="44450"/>
                </a:lnTo>
                <a:lnTo>
                  <a:pt x="857631" y="31750"/>
                </a:lnTo>
                <a:lnTo>
                  <a:pt x="908431" y="31750"/>
                </a:lnTo>
                <a:lnTo>
                  <a:pt x="844931" y="0"/>
                </a:lnTo>
                <a:close/>
              </a:path>
              <a:path w="921385" h="76200">
                <a:moveTo>
                  <a:pt x="8449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44931" y="44450"/>
                </a:lnTo>
                <a:lnTo>
                  <a:pt x="844931" y="31750"/>
                </a:lnTo>
                <a:close/>
              </a:path>
              <a:path w="921385" h="76200">
                <a:moveTo>
                  <a:pt x="908431" y="31750"/>
                </a:moveTo>
                <a:lnTo>
                  <a:pt x="857631" y="31750"/>
                </a:lnTo>
                <a:lnTo>
                  <a:pt x="857631" y="44450"/>
                </a:lnTo>
                <a:lnTo>
                  <a:pt x="908431" y="44450"/>
                </a:lnTo>
                <a:lnTo>
                  <a:pt x="921131" y="38100"/>
                </a:lnTo>
                <a:lnTo>
                  <a:pt x="908431" y="3175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80003" y="4457514"/>
            <a:ext cx="921385" cy="76200"/>
          </a:xfrm>
          <a:custGeom>
            <a:avLst/>
            <a:gdLst/>
            <a:ahLst/>
            <a:cxnLst/>
            <a:rect l="l" t="t" r="r" b="b"/>
            <a:pathLst>
              <a:path w="921385" h="76200">
                <a:moveTo>
                  <a:pt x="844931" y="0"/>
                </a:moveTo>
                <a:lnTo>
                  <a:pt x="844931" y="76200"/>
                </a:lnTo>
                <a:lnTo>
                  <a:pt x="908431" y="44450"/>
                </a:lnTo>
                <a:lnTo>
                  <a:pt x="857631" y="44450"/>
                </a:lnTo>
                <a:lnTo>
                  <a:pt x="857631" y="31750"/>
                </a:lnTo>
                <a:lnTo>
                  <a:pt x="908431" y="31750"/>
                </a:lnTo>
                <a:lnTo>
                  <a:pt x="844931" y="0"/>
                </a:lnTo>
                <a:close/>
              </a:path>
              <a:path w="921385" h="76200">
                <a:moveTo>
                  <a:pt x="8449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44931" y="44450"/>
                </a:lnTo>
                <a:lnTo>
                  <a:pt x="844931" y="31750"/>
                </a:lnTo>
                <a:close/>
              </a:path>
              <a:path w="921385" h="76200">
                <a:moveTo>
                  <a:pt x="908431" y="31750"/>
                </a:moveTo>
                <a:lnTo>
                  <a:pt x="857631" y="31750"/>
                </a:lnTo>
                <a:lnTo>
                  <a:pt x="857631" y="44450"/>
                </a:lnTo>
                <a:lnTo>
                  <a:pt x="908431" y="44450"/>
                </a:lnTo>
                <a:lnTo>
                  <a:pt x="921131" y="38100"/>
                </a:lnTo>
                <a:lnTo>
                  <a:pt x="908431" y="3175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69568" y="2081579"/>
            <a:ext cx="215265" cy="1257300"/>
          </a:xfrm>
          <a:custGeom>
            <a:avLst/>
            <a:gdLst/>
            <a:ahLst/>
            <a:cxnLst/>
            <a:rect l="l" t="t" r="r" b="b"/>
            <a:pathLst>
              <a:path w="215265" h="1257300">
                <a:moveTo>
                  <a:pt x="214883" y="1257300"/>
                </a:moveTo>
                <a:lnTo>
                  <a:pt x="173075" y="1255895"/>
                </a:lnTo>
                <a:lnTo>
                  <a:pt x="138922" y="1252061"/>
                </a:lnTo>
                <a:lnTo>
                  <a:pt x="115889" y="1246370"/>
                </a:lnTo>
                <a:lnTo>
                  <a:pt x="107442" y="1239393"/>
                </a:lnTo>
                <a:lnTo>
                  <a:pt x="107442" y="646557"/>
                </a:lnTo>
                <a:lnTo>
                  <a:pt x="98994" y="639579"/>
                </a:lnTo>
                <a:lnTo>
                  <a:pt x="75961" y="633888"/>
                </a:lnTo>
                <a:lnTo>
                  <a:pt x="41808" y="630054"/>
                </a:lnTo>
                <a:lnTo>
                  <a:pt x="0" y="628650"/>
                </a:lnTo>
                <a:lnTo>
                  <a:pt x="41808" y="627245"/>
                </a:lnTo>
                <a:lnTo>
                  <a:pt x="75961" y="623411"/>
                </a:lnTo>
                <a:lnTo>
                  <a:pt x="98994" y="617720"/>
                </a:lnTo>
                <a:lnTo>
                  <a:pt x="107442" y="610743"/>
                </a:lnTo>
                <a:lnTo>
                  <a:pt x="107442" y="17907"/>
                </a:lnTo>
                <a:lnTo>
                  <a:pt x="115889" y="10929"/>
                </a:lnTo>
                <a:lnTo>
                  <a:pt x="138922" y="5238"/>
                </a:lnTo>
                <a:lnTo>
                  <a:pt x="173075" y="1404"/>
                </a:lnTo>
                <a:lnTo>
                  <a:pt x="214883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80169" y="3801540"/>
            <a:ext cx="215265" cy="1257300"/>
          </a:xfrm>
          <a:custGeom>
            <a:avLst/>
            <a:gdLst/>
            <a:ahLst/>
            <a:cxnLst/>
            <a:rect l="l" t="t" r="r" b="b"/>
            <a:pathLst>
              <a:path w="215265" h="1257300">
                <a:moveTo>
                  <a:pt x="214884" y="1257300"/>
                </a:moveTo>
                <a:lnTo>
                  <a:pt x="173075" y="1255895"/>
                </a:lnTo>
                <a:lnTo>
                  <a:pt x="138922" y="1252061"/>
                </a:lnTo>
                <a:lnTo>
                  <a:pt x="115889" y="1246370"/>
                </a:lnTo>
                <a:lnTo>
                  <a:pt x="107442" y="1239393"/>
                </a:lnTo>
                <a:lnTo>
                  <a:pt x="107442" y="646556"/>
                </a:lnTo>
                <a:lnTo>
                  <a:pt x="98994" y="639579"/>
                </a:lnTo>
                <a:lnTo>
                  <a:pt x="75961" y="633888"/>
                </a:lnTo>
                <a:lnTo>
                  <a:pt x="41808" y="630054"/>
                </a:lnTo>
                <a:lnTo>
                  <a:pt x="0" y="628650"/>
                </a:lnTo>
                <a:lnTo>
                  <a:pt x="41808" y="627245"/>
                </a:lnTo>
                <a:lnTo>
                  <a:pt x="75961" y="623411"/>
                </a:lnTo>
                <a:lnTo>
                  <a:pt x="98994" y="617720"/>
                </a:lnTo>
                <a:lnTo>
                  <a:pt x="107442" y="610742"/>
                </a:lnTo>
                <a:lnTo>
                  <a:pt x="107442" y="17906"/>
                </a:lnTo>
                <a:lnTo>
                  <a:pt x="115889" y="10929"/>
                </a:lnTo>
                <a:lnTo>
                  <a:pt x="138922" y="5238"/>
                </a:lnTo>
                <a:lnTo>
                  <a:pt x="173075" y="1404"/>
                </a:lnTo>
                <a:lnTo>
                  <a:pt x="214884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17" name="object 17"/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7284" y="266700"/>
              <a:ext cx="2047239" cy="490855"/>
            </a:xfrm>
            <a:custGeom>
              <a:avLst/>
              <a:gdLst/>
              <a:ahLst/>
              <a:cxnLst/>
              <a:rect l="l" t="t" r="r" b="b"/>
              <a:pathLst>
                <a:path w="2047239" h="490855">
                  <a:moveTo>
                    <a:pt x="1801367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046732" y="490727"/>
                  </a:lnTo>
                  <a:lnTo>
                    <a:pt x="2046732" y="245363"/>
                  </a:lnTo>
                  <a:lnTo>
                    <a:pt x="2041747" y="195915"/>
                  </a:lnTo>
                  <a:lnTo>
                    <a:pt x="2027449" y="149858"/>
                  </a:lnTo>
                  <a:lnTo>
                    <a:pt x="2004827" y="108179"/>
                  </a:lnTo>
                  <a:lnTo>
                    <a:pt x="1974865" y="71866"/>
                  </a:lnTo>
                  <a:lnTo>
                    <a:pt x="1938552" y="41904"/>
                  </a:lnTo>
                  <a:lnTo>
                    <a:pt x="1896873" y="19282"/>
                  </a:lnTo>
                  <a:lnTo>
                    <a:pt x="1850816" y="4984"/>
                  </a:lnTo>
                  <a:lnTo>
                    <a:pt x="1801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9643" y="371093"/>
            <a:ext cx="281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8483" y="387222"/>
            <a:ext cx="11811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Two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1360" y="1332860"/>
            <a:ext cx="2047239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b="1" spc="45" dirty="0">
                <a:solidFill>
                  <a:srgbClr val="FFFFFF"/>
                </a:solidFill>
                <a:latin typeface="Tahoma"/>
                <a:cs typeface="Tahoma"/>
              </a:rPr>
              <a:t>Data Collection</a:t>
            </a:r>
            <a:endParaRPr sz="2800" b="1" spc="45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2783" y="2664242"/>
            <a:ext cx="2444217" cy="3472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Arial MT"/>
              </a:rPr>
              <a:t>Explain web scraping approach:</a:t>
            </a:r>
          </a:p>
          <a:p>
            <a:endParaRPr lang="en-US" sz="1600" dirty="0">
              <a:solidFill>
                <a:srgbClr val="FFFFFF"/>
              </a:solidFill>
              <a:latin typeface="Arial MT"/>
            </a:endParaRPr>
          </a:p>
          <a:p>
            <a:pPr marL="285750" indent="-285750" algn="l">
              <a:buFontTx/>
              <a:buChar char="-"/>
            </a:pPr>
            <a:r>
              <a:rPr lang="en-US" sz="1600" dirty="0">
                <a:solidFill>
                  <a:srgbClr val="FFFFFF"/>
                </a:solidFill>
                <a:latin typeface="Arial MT"/>
              </a:rPr>
              <a:t>Scraped weekly data (Sundays) for consistency</a:t>
            </a:r>
          </a:p>
          <a:p>
            <a:pPr marL="285750" indent="-285750" algn="l">
              <a:buFontTx/>
              <a:buChar char="-"/>
            </a:pPr>
            <a:endParaRPr lang="en-US" sz="1600" dirty="0">
              <a:solidFill>
                <a:srgbClr val="FFFFFF"/>
              </a:solidFill>
              <a:latin typeface="Arial MT"/>
            </a:endParaRPr>
          </a:p>
          <a:p>
            <a:pPr marL="285750" indent="-285750" algn="l">
              <a:buFontTx/>
              <a:buChar char="-"/>
            </a:pPr>
            <a:r>
              <a:rPr lang="en-US" sz="1600" dirty="0">
                <a:solidFill>
                  <a:srgbClr val="FFFFFF"/>
                </a:solidFill>
                <a:latin typeface="Arial MT"/>
              </a:rPr>
              <a:t>Fields collected: Date, Name, Symbol, Market Cap, Price, Circulating Supply, Volume (24hr), % 1h, % 24h, % 7d</a:t>
            </a:r>
          </a:p>
          <a:p>
            <a:pPr marL="285750" indent="-285750" algn="l">
              <a:buFontTx/>
              <a:buChar char="-"/>
            </a:pPr>
            <a:endParaRPr lang="en-US" sz="1600" dirty="0">
              <a:solidFill>
                <a:srgbClr val="FFFFFF"/>
              </a:solidFill>
              <a:latin typeface="Arial MT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endParaRPr sz="1600" dirty="0">
              <a:latin typeface="Arial MT"/>
              <a:cs typeface="Arial M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1D44BCD-E0C7-8295-8F2E-ADE752776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494" y="1143000"/>
            <a:ext cx="8998723" cy="4252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6756F6-AD33-EC20-EB89-F36B708A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>
            <a:extLst>
              <a:ext uri="{FF2B5EF4-FFF2-40B4-BE49-F238E27FC236}">
                <a16:creationId xmlns:a16="http://schemas.microsoft.com/office/drawing/2014/main" id="{EC797E0A-1111-100E-13EC-CAA599CEB56C}"/>
              </a:ext>
            </a:extLst>
          </p:cNvPr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6759837-3AA1-D589-0399-456E5262407D}"/>
                </a:ext>
              </a:extLst>
            </p:cNvPr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FFCC2E9-8F90-9E67-0AE1-835C418BAA72}"/>
                </a:ext>
              </a:extLst>
            </p:cNvPr>
            <p:cNvSpPr/>
            <p:nvPr/>
          </p:nvSpPr>
          <p:spPr>
            <a:xfrm>
              <a:off x="367284" y="266700"/>
              <a:ext cx="2047239" cy="490855"/>
            </a:xfrm>
            <a:custGeom>
              <a:avLst/>
              <a:gdLst/>
              <a:ahLst/>
              <a:cxnLst/>
              <a:rect l="l" t="t" r="r" b="b"/>
              <a:pathLst>
                <a:path w="2047239" h="490855">
                  <a:moveTo>
                    <a:pt x="1801367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046732" y="490727"/>
                  </a:lnTo>
                  <a:lnTo>
                    <a:pt x="2046732" y="245363"/>
                  </a:lnTo>
                  <a:lnTo>
                    <a:pt x="2041747" y="195915"/>
                  </a:lnTo>
                  <a:lnTo>
                    <a:pt x="2027449" y="149858"/>
                  </a:lnTo>
                  <a:lnTo>
                    <a:pt x="2004827" y="108179"/>
                  </a:lnTo>
                  <a:lnTo>
                    <a:pt x="1974865" y="71866"/>
                  </a:lnTo>
                  <a:lnTo>
                    <a:pt x="1938552" y="41904"/>
                  </a:lnTo>
                  <a:lnTo>
                    <a:pt x="1896873" y="19282"/>
                  </a:lnTo>
                  <a:lnTo>
                    <a:pt x="1850816" y="4984"/>
                  </a:lnTo>
                  <a:lnTo>
                    <a:pt x="1801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094E54D2-E72E-96C9-06F9-DE18BEF0065A}"/>
                </a:ext>
              </a:extLst>
            </p:cNvPr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FC175756-5121-A501-678F-2609C9CA343F}"/>
              </a:ext>
            </a:extLst>
          </p:cNvPr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29DB270-7F7F-1E6F-3F85-BFC9BFFC3CFB}"/>
              </a:ext>
            </a:extLst>
          </p:cNvPr>
          <p:cNvSpPr txBox="1"/>
          <p:nvPr/>
        </p:nvSpPr>
        <p:spPr>
          <a:xfrm>
            <a:off x="1078483" y="387222"/>
            <a:ext cx="13360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25" dirty="0">
                <a:solidFill>
                  <a:srgbClr val="0066FF"/>
                </a:solidFill>
                <a:latin typeface="Tahoma"/>
                <a:cs typeface="Tahoma"/>
              </a:rPr>
              <a:t>Three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5024A35-D42E-AD31-F7DA-38A478C2BF4B}"/>
              </a:ext>
            </a:extLst>
          </p:cNvPr>
          <p:cNvSpPr txBox="1"/>
          <p:nvPr/>
        </p:nvSpPr>
        <p:spPr>
          <a:xfrm>
            <a:off x="251360" y="1332860"/>
            <a:ext cx="2047239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b="1" spc="45" dirty="0">
                <a:solidFill>
                  <a:srgbClr val="FFFFFF"/>
                </a:solidFill>
                <a:latin typeface="Tahoma"/>
                <a:cs typeface="Tahoma"/>
              </a:rPr>
              <a:t>Saving &amp; Loading Data</a:t>
            </a:r>
            <a:endParaRPr sz="2800" b="1" spc="45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187350F-BFC4-0B86-BC3A-62E09922E846}"/>
              </a:ext>
            </a:extLst>
          </p:cNvPr>
          <p:cNvSpPr txBox="1"/>
          <p:nvPr/>
        </p:nvSpPr>
        <p:spPr>
          <a:xfrm>
            <a:off x="222783" y="2664242"/>
            <a:ext cx="2444217" cy="345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FFF"/>
                </a:solidFill>
                <a:latin typeface="Arial MT"/>
              </a:rPr>
              <a:t>Data was first saved as CSV files.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FFF"/>
                </a:solidFill>
                <a:latin typeface="Arial MT"/>
              </a:rPr>
              <a:t>These CSV files were then imported into MySQL to allow efficient querying, table management, and seamless integration with dashboards.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FFF"/>
                </a:solidFill>
                <a:latin typeface="Arial MT"/>
              </a:rPr>
              <a:t>This approach ensures data is accessible both as raw files and in a structured database for analysis.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1EDF3-D502-0751-4459-B71531E89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61154"/>
            <a:ext cx="6132035" cy="1641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C4A2E-413F-7800-0469-3C7FCE19C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637704"/>
            <a:ext cx="7979173" cy="313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2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7284" y="266700"/>
              <a:ext cx="2188845" cy="490855"/>
            </a:xfrm>
            <a:custGeom>
              <a:avLst/>
              <a:gdLst/>
              <a:ahLst/>
              <a:cxnLst/>
              <a:rect l="l" t="t" r="r" b="b"/>
              <a:pathLst>
                <a:path w="2188845" h="490855">
                  <a:moveTo>
                    <a:pt x="19431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188464" y="490727"/>
                  </a:lnTo>
                  <a:lnTo>
                    <a:pt x="2188464" y="245363"/>
                  </a:lnTo>
                  <a:lnTo>
                    <a:pt x="2183479" y="195915"/>
                  </a:lnTo>
                  <a:lnTo>
                    <a:pt x="2169181" y="149858"/>
                  </a:lnTo>
                  <a:lnTo>
                    <a:pt x="2146559" y="108179"/>
                  </a:lnTo>
                  <a:lnTo>
                    <a:pt x="2116597" y="71866"/>
                  </a:lnTo>
                  <a:lnTo>
                    <a:pt x="2080284" y="41904"/>
                  </a:lnTo>
                  <a:lnTo>
                    <a:pt x="2038605" y="19282"/>
                  </a:lnTo>
                  <a:lnTo>
                    <a:pt x="1992548" y="4984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8483" y="387222"/>
            <a:ext cx="132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10" dirty="0">
                <a:solidFill>
                  <a:srgbClr val="0066FF"/>
                </a:solidFill>
                <a:latin typeface="Tahoma"/>
                <a:cs typeface="Tahoma"/>
              </a:rPr>
              <a:t>Four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029" y="1019237"/>
            <a:ext cx="2545651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b="1" spc="90" dirty="0">
                <a:solidFill>
                  <a:srgbClr val="FFFFFF"/>
                </a:solidFill>
                <a:latin typeface="Tahoma"/>
                <a:cs typeface="Tahoma"/>
              </a:rPr>
              <a:t>Data Visualization &amp; Dashboard</a:t>
            </a:r>
            <a:endParaRPr sz="2800" b="1" spc="90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081" y="2817799"/>
            <a:ext cx="2545652" cy="28565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This dashboard transforms scraped cryptocurrency data into visual insights across four key pages: Market Overview, Investment, Risk.</a:t>
            </a: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To explore the full multi-page dashboard and live metrics, </a:t>
            </a:r>
            <a:r>
              <a:rPr lang="en-US" sz="1500" spc="140" dirty="0">
                <a:solidFill>
                  <a:srgbClr val="FFFFFF"/>
                </a:solidFill>
                <a:latin typeface="Arial MT"/>
                <a:hlinkClick r:id="rId2"/>
              </a:rPr>
              <a:t>click here</a:t>
            </a:r>
            <a:endParaRPr sz="1500" spc="140" dirty="0">
              <a:solidFill>
                <a:srgbClr val="FFFFFF"/>
              </a:solidFill>
              <a:latin typeface="Arial MT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B472D1D-8501-FAD0-F9CD-1F94CA26C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5" t="2950"/>
          <a:stretch>
            <a:fillRect/>
          </a:stretch>
        </p:blipFill>
        <p:spPr>
          <a:xfrm>
            <a:off x="3033709" y="1219200"/>
            <a:ext cx="9012210" cy="50140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2E9A28-3A7A-3AD6-8356-723C8683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A15806A-EBA2-4698-46BD-2817D904144D}"/>
              </a:ext>
            </a:extLst>
          </p:cNvPr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A3C8E79-162B-BFDD-2EC7-09E6DB98DC3C}"/>
                </a:ext>
              </a:extLst>
            </p:cNvPr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0DA9F7-11CA-2329-AB6C-D040560CC756}"/>
                </a:ext>
              </a:extLst>
            </p:cNvPr>
            <p:cNvSpPr/>
            <p:nvPr/>
          </p:nvSpPr>
          <p:spPr>
            <a:xfrm>
              <a:off x="367284" y="266700"/>
              <a:ext cx="2188845" cy="490855"/>
            </a:xfrm>
            <a:custGeom>
              <a:avLst/>
              <a:gdLst/>
              <a:ahLst/>
              <a:cxnLst/>
              <a:rect l="l" t="t" r="r" b="b"/>
              <a:pathLst>
                <a:path w="2188845" h="490855">
                  <a:moveTo>
                    <a:pt x="19431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188464" y="490727"/>
                  </a:lnTo>
                  <a:lnTo>
                    <a:pt x="2188464" y="245363"/>
                  </a:lnTo>
                  <a:lnTo>
                    <a:pt x="2183479" y="195915"/>
                  </a:lnTo>
                  <a:lnTo>
                    <a:pt x="2169181" y="149858"/>
                  </a:lnTo>
                  <a:lnTo>
                    <a:pt x="2146559" y="108179"/>
                  </a:lnTo>
                  <a:lnTo>
                    <a:pt x="2116597" y="71866"/>
                  </a:lnTo>
                  <a:lnTo>
                    <a:pt x="2080284" y="41904"/>
                  </a:lnTo>
                  <a:lnTo>
                    <a:pt x="2038605" y="19282"/>
                  </a:lnTo>
                  <a:lnTo>
                    <a:pt x="1992548" y="4984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78A9D0A-9DF6-B587-9A4B-2EEC3B9BBD73}"/>
                </a:ext>
              </a:extLst>
            </p:cNvPr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2536B07-FE0D-D238-0F95-FA15F87296B2}"/>
              </a:ext>
            </a:extLst>
          </p:cNvPr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3D45E14-A1FB-C7E6-E592-1B2A120CDCB7}"/>
              </a:ext>
            </a:extLst>
          </p:cNvPr>
          <p:cNvSpPr txBox="1"/>
          <p:nvPr/>
        </p:nvSpPr>
        <p:spPr>
          <a:xfrm>
            <a:off x="1078483" y="387222"/>
            <a:ext cx="132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10" dirty="0">
                <a:solidFill>
                  <a:srgbClr val="0066FF"/>
                </a:solidFill>
                <a:latin typeface="Tahoma"/>
                <a:cs typeface="Tahoma"/>
              </a:rPr>
              <a:t>Five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F2FBACF-0366-CECF-F8C3-900327C8A4AC}"/>
              </a:ext>
            </a:extLst>
          </p:cNvPr>
          <p:cNvSpPr txBox="1"/>
          <p:nvPr/>
        </p:nvSpPr>
        <p:spPr>
          <a:xfrm>
            <a:off x="124878" y="919811"/>
            <a:ext cx="2712937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b="1" spc="90" dirty="0">
                <a:solidFill>
                  <a:srgbClr val="FFFFFF"/>
                </a:solidFill>
                <a:latin typeface="Tahoma"/>
                <a:cs typeface="Tahoma"/>
              </a:rPr>
              <a:t>Data Preprocessing &amp; Feature Engineering</a:t>
            </a:r>
            <a:endParaRPr sz="2800" b="1" spc="90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F33EF63-4B84-ADBD-FA60-FA0117887356}"/>
              </a:ext>
            </a:extLst>
          </p:cNvPr>
          <p:cNvSpPr txBox="1"/>
          <p:nvPr/>
        </p:nvSpPr>
        <p:spPr>
          <a:xfrm>
            <a:off x="146081" y="2817799"/>
            <a:ext cx="2545652" cy="30386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Removed duplicates &amp; handled missing values using KNN imputation</a:t>
            </a: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Normalized numerical columns</a:t>
            </a: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Created new features: </a:t>
            </a:r>
            <a:r>
              <a:rPr lang="en-US" sz="1500" spc="140" dirty="0" err="1">
                <a:solidFill>
                  <a:srgbClr val="FFFFFF"/>
                </a:solidFill>
                <a:latin typeface="Arial MT"/>
              </a:rPr>
              <a:t>Market_Dominance</a:t>
            </a: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 Price_Change_7d (weekly momentum) Year &amp; Month extracted from Date</a:t>
            </a:r>
            <a:endParaRPr sz="1500" spc="140" dirty="0">
              <a:solidFill>
                <a:srgbClr val="FFFFFF"/>
              </a:solidFill>
              <a:latin typeface="Arial M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5AA145-833C-1A35-25EF-FC56B0BB6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58"/>
          <a:stretch>
            <a:fillRect/>
          </a:stretch>
        </p:blipFill>
        <p:spPr>
          <a:xfrm>
            <a:off x="3188717" y="266700"/>
            <a:ext cx="8463788" cy="3107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540764-0A21-A4C9-27E1-B3FD7E7AF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9" b="58286"/>
          <a:stretch>
            <a:fillRect/>
          </a:stretch>
        </p:blipFill>
        <p:spPr>
          <a:xfrm>
            <a:off x="3200401" y="3733800"/>
            <a:ext cx="8534400" cy="271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E871E5-5B88-DF39-648D-D969B82E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999146-B8D0-2ACD-D56D-F771A46ABFA4}"/>
              </a:ext>
            </a:extLst>
          </p:cNvPr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B321FD5-3382-8488-7D63-027BC513E9D6}"/>
                </a:ext>
              </a:extLst>
            </p:cNvPr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08E4597-94A7-9805-CAC7-2ED1D5653F0C}"/>
                </a:ext>
              </a:extLst>
            </p:cNvPr>
            <p:cNvSpPr/>
            <p:nvPr/>
          </p:nvSpPr>
          <p:spPr>
            <a:xfrm>
              <a:off x="367284" y="266700"/>
              <a:ext cx="2188845" cy="490855"/>
            </a:xfrm>
            <a:custGeom>
              <a:avLst/>
              <a:gdLst/>
              <a:ahLst/>
              <a:cxnLst/>
              <a:rect l="l" t="t" r="r" b="b"/>
              <a:pathLst>
                <a:path w="2188845" h="490855">
                  <a:moveTo>
                    <a:pt x="19431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188464" y="490727"/>
                  </a:lnTo>
                  <a:lnTo>
                    <a:pt x="2188464" y="245363"/>
                  </a:lnTo>
                  <a:lnTo>
                    <a:pt x="2183479" y="195915"/>
                  </a:lnTo>
                  <a:lnTo>
                    <a:pt x="2169181" y="149858"/>
                  </a:lnTo>
                  <a:lnTo>
                    <a:pt x="2146559" y="108179"/>
                  </a:lnTo>
                  <a:lnTo>
                    <a:pt x="2116597" y="71866"/>
                  </a:lnTo>
                  <a:lnTo>
                    <a:pt x="2080284" y="41904"/>
                  </a:lnTo>
                  <a:lnTo>
                    <a:pt x="2038605" y="19282"/>
                  </a:lnTo>
                  <a:lnTo>
                    <a:pt x="1992548" y="4984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77E7D85-70F5-5572-289E-C7B6BD048C0E}"/>
                </a:ext>
              </a:extLst>
            </p:cNvPr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6070774-4294-EB23-4745-47D6218B222E}"/>
              </a:ext>
            </a:extLst>
          </p:cNvPr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1CD52FF-F8B3-3E18-6549-A0DE4127F416}"/>
              </a:ext>
            </a:extLst>
          </p:cNvPr>
          <p:cNvSpPr txBox="1"/>
          <p:nvPr/>
        </p:nvSpPr>
        <p:spPr>
          <a:xfrm>
            <a:off x="1078483" y="387222"/>
            <a:ext cx="132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10" dirty="0">
                <a:solidFill>
                  <a:srgbClr val="0066FF"/>
                </a:solidFill>
                <a:latin typeface="Tahoma"/>
                <a:cs typeface="Tahoma"/>
              </a:rPr>
              <a:t>Six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5443D3A-DD4E-74AD-26BD-843219BABC6E}"/>
              </a:ext>
            </a:extLst>
          </p:cNvPr>
          <p:cNvSpPr txBox="1"/>
          <p:nvPr/>
        </p:nvSpPr>
        <p:spPr>
          <a:xfrm>
            <a:off x="300329" y="992935"/>
            <a:ext cx="2712937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b="1" spc="90" dirty="0">
                <a:solidFill>
                  <a:srgbClr val="FFFFFF"/>
                </a:solidFill>
                <a:latin typeface="Tahoma"/>
                <a:cs typeface="Tahoma"/>
              </a:rPr>
              <a:t>Machine Learning Models</a:t>
            </a:r>
            <a:endParaRPr sz="2800" b="1" spc="90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504624E-4117-29FA-93D0-67297B9E32FE}"/>
              </a:ext>
            </a:extLst>
          </p:cNvPr>
          <p:cNvSpPr txBox="1"/>
          <p:nvPr/>
        </p:nvSpPr>
        <p:spPr>
          <a:xfrm>
            <a:off x="292163" y="2360884"/>
            <a:ext cx="2222437" cy="37439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endParaRPr lang="en-US" sz="1500" spc="140" dirty="0">
              <a:solidFill>
                <a:srgbClr val="FFFFFF"/>
              </a:solidFill>
              <a:latin typeface="Arial MT"/>
            </a:endParaRP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Explain weekly BTC price movement classification (UP/DOWN) </a:t>
            </a: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Models used: Random Forest, Gradient Boosting, Decision Tree, SVM, Logistic Regression</a:t>
            </a: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Include code snippet screenshot for model training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8BCB77-2950-FB9C-B751-70DAA4E51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74"/>
          <a:stretch>
            <a:fillRect/>
          </a:stretch>
        </p:blipFill>
        <p:spPr>
          <a:xfrm>
            <a:off x="4343400" y="266700"/>
            <a:ext cx="5943599" cy="637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9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29B866-B72B-BCE3-181F-C5C0B8E5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3501A3E-88C6-69F4-2DE3-576A93E895C7}"/>
              </a:ext>
            </a:extLst>
          </p:cNvPr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BC419C7-D2C5-696D-4498-AD474F7138D2}"/>
                </a:ext>
              </a:extLst>
            </p:cNvPr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012AD6-9D18-97FF-6336-6E0B032FB0F1}"/>
                </a:ext>
              </a:extLst>
            </p:cNvPr>
            <p:cNvSpPr/>
            <p:nvPr/>
          </p:nvSpPr>
          <p:spPr>
            <a:xfrm>
              <a:off x="367284" y="266700"/>
              <a:ext cx="2188845" cy="490855"/>
            </a:xfrm>
            <a:custGeom>
              <a:avLst/>
              <a:gdLst/>
              <a:ahLst/>
              <a:cxnLst/>
              <a:rect l="l" t="t" r="r" b="b"/>
              <a:pathLst>
                <a:path w="2188845" h="490855">
                  <a:moveTo>
                    <a:pt x="19431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188464" y="490727"/>
                  </a:lnTo>
                  <a:lnTo>
                    <a:pt x="2188464" y="245363"/>
                  </a:lnTo>
                  <a:lnTo>
                    <a:pt x="2183479" y="195915"/>
                  </a:lnTo>
                  <a:lnTo>
                    <a:pt x="2169181" y="149858"/>
                  </a:lnTo>
                  <a:lnTo>
                    <a:pt x="2146559" y="108179"/>
                  </a:lnTo>
                  <a:lnTo>
                    <a:pt x="2116597" y="71866"/>
                  </a:lnTo>
                  <a:lnTo>
                    <a:pt x="2080284" y="41904"/>
                  </a:lnTo>
                  <a:lnTo>
                    <a:pt x="2038605" y="19282"/>
                  </a:lnTo>
                  <a:lnTo>
                    <a:pt x="1992548" y="4984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5CAB1BD-3176-5211-7AAB-A2359FA78186}"/>
                </a:ext>
              </a:extLst>
            </p:cNvPr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527CA9F-1E88-0798-4592-53F3CA108428}"/>
              </a:ext>
            </a:extLst>
          </p:cNvPr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84DB759-D9E1-7AF3-E216-B5B9ADB443ED}"/>
              </a:ext>
            </a:extLst>
          </p:cNvPr>
          <p:cNvSpPr txBox="1"/>
          <p:nvPr/>
        </p:nvSpPr>
        <p:spPr>
          <a:xfrm>
            <a:off x="1078483" y="387222"/>
            <a:ext cx="132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10" dirty="0">
                <a:solidFill>
                  <a:srgbClr val="0066FF"/>
                </a:solidFill>
                <a:latin typeface="Tahoma"/>
                <a:cs typeface="Tahoma"/>
              </a:rPr>
              <a:t>Seven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E756748-5779-BB03-1A9D-837FFB15F044}"/>
              </a:ext>
            </a:extLst>
          </p:cNvPr>
          <p:cNvSpPr txBox="1"/>
          <p:nvPr/>
        </p:nvSpPr>
        <p:spPr>
          <a:xfrm>
            <a:off x="367284" y="1219514"/>
            <a:ext cx="2712937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b="1" spc="90" dirty="0">
                <a:solidFill>
                  <a:srgbClr val="FFFFFF"/>
                </a:solidFill>
                <a:latin typeface="Tahoma"/>
                <a:cs typeface="Tahoma"/>
              </a:rPr>
              <a:t>Model Evaluation</a:t>
            </a:r>
            <a:endParaRPr sz="2800" b="1" spc="90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D126C88-6565-E4A9-1A77-9B2915E4DEEB}"/>
              </a:ext>
            </a:extLst>
          </p:cNvPr>
          <p:cNvSpPr txBox="1"/>
          <p:nvPr/>
        </p:nvSpPr>
        <p:spPr>
          <a:xfrm>
            <a:off x="256952" y="2286000"/>
            <a:ext cx="2222437" cy="25641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endParaRPr lang="en-US" sz="1500" spc="140" dirty="0">
              <a:solidFill>
                <a:srgbClr val="FFFFFF"/>
              </a:solidFill>
              <a:latin typeface="Arial MT"/>
            </a:endParaRP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Tx/>
              <a:buChar char="-"/>
            </a:pPr>
            <a:r>
              <a:rPr lang="en-US" sz="1500" spc="140" dirty="0">
                <a:solidFill>
                  <a:srgbClr val="FFFFFF"/>
                </a:solidFill>
                <a:latin typeface="Arial MT"/>
              </a:rPr>
              <a:t>Gradient Boosting achieved the highest accuracy (~95.76%) and balanced F1-scores, making it the best model for BTC weekly movement prediction.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CFA01C-B961-3119-CB8F-8E3AB9BD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6516009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2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FF0A0F-815B-EBD2-0DD2-8EC7479A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FAB205C-1B61-1F32-BB76-C36B80831469}"/>
              </a:ext>
            </a:extLst>
          </p:cNvPr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4C2597B-FCDC-D684-0F84-5B8A9ABFB183}"/>
                </a:ext>
              </a:extLst>
            </p:cNvPr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747538-3DE7-5114-8DAC-1D297D4868A8}"/>
                </a:ext>
              </a:extLst>
            </p:cNvPr>
            <p:cNvSpPr/>
            <p:nvPr/>
          </p:nvSpPr>
          <p:spPr>
            <a:xfrm>
              <a:off x="367284" y="266700"/>
              <a:ext cx="2188845" cy="490855"/>
            </a:xfrm>
            <a:custGeom>
              <a:avLst/>
              <a:gdLst/>
              <a:ahLst/>
              <a:cxnLst/>
              <a:rect l="l" t="t" r="r" b="b"/>
              <a:pathLst>
                <a:path w="2188845" h="490855">
                  <a:moveTo>
                    <a:pt x="19431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188464" y="490727"/>
                  </a:lnTo>
                  <a:lnTo>
                    <a:pt x="2188464" y="245363"/>
                  </a:lnTo>
                  <a:lnTo>
                    <a:pt x="2183479" y="195915"/>
                  </a:lnTo>
                  <a:lnTo>
                    <a:pt x="2169181" y="149858"/>
                  </a:lnTo>
                  <a:lnTo>
                    <a:pt x="2146559" y="108179"/>
                  </a:lnTo>
                  <a:lnTo>
                    <a:pt x="2116597" y="71866"/>
                  </a:lnTo>
                  <a:lnTo>
                    <a:pt x="2080284" y="41904"/>
                  </a:lnTo>
                  <a:lnTo>
                    <a:pt x="2038605" y="19282"/>
                  </a:lnTo>
                  <a:lnTo>
                    <a:pt x="1992548" y="4984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BC173E5-E79E-385A-E5C6-61771F19D4BE}"/>
                </a:ext>
              </a:extLst>
            </p:cNvPr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ED6C6C00-4DF8-028D-598A-377F7EFA90B1}"/>
              </a:ext>
            </a:extLst>
          </p:cNvPr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EB00F46-21E4-2DFC-296A-D8014A3E1664}"/>
              </a:ext>
            </a:extLst>
          </p:cNvPr>
          <p:cNvSpPr txBox="1"/>
          <p:nvPr/>
        </p:nvSpPr>
        <p:spPr>
          <a:xfrm>
            <a:off x="1078483" y="387222"/>
            <a:ext cx="132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10" dirty="0">
                <a:solidFill>
                  <a:srgbClr val="0066FF"/>
                </a:solidFill>
                <a:latin typeface="Tahoma"/>
                <a:cs typeface="Tahoma"/>
              </a:rPr>
              <a:t>Eight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C396ACA-ED4C-915A-BC22-F01A6A1717FF}"/>
              </a:ext>
            </a:extLst>
          </p:cNvPr>
          <p:cNvSpPr txBox="1"/>
          <p:nvPr/>
        </p:nvSpPr>
        <p:spPr>
          <a:xfrm>
            <a:off x="367285" y="1219514"/>
            <a:ext cx="2299716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FFFFFF"/>
                </a:solidFill>
                <a:latin typeface="Tahoma"/>
                <a:cs typeface="Tahoma"/>
              </a:rPr>
              <a:t>Challenges &amp; Solutions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0CD74DC1-84C0-6B80-EA3E-FC0DB5854CCE}"/>
              </a:ext>
            </a:extLst>
          </p:cNvPr>
          <p:cNvSpPr txBox="1"/>
          <p:nvPr/>
        </p:nvSpPr>
        <p:spPr>
          <a:xfrm>
            <a:off x="3429000" y="1143000"/>
            <a:ext cx="8029431" cy="4352474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lang="en-IN" sz="2400" b="1" spc="-45" dirty="0">
                <a:solidFill>
                  <a:srgbClr val="0066FF"/>
                </a:solidFill>
                <a:latin typeface="Tahoma"/>
                <a:cs typeface="Tahoma"/>
              </a:rPr>
              <a:t>CHALLENGES &amp; SOLUTIONS</a:t>
            </a:r>
            <a:r>
              <a:rPr sz="2400" b="1" spc="-30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66FF"/>
                </a:solidFill>
                <a:latin typeface="Tahoma"/>
                <a:cs typeface="Tahoma"/>
              </a:rPr>
              <a:t>:</a:t>
            </a:r>
            <a:endParaRPr lang="en-IN" sz="2400" b="1" spc="-50" dirty="0">
              <a:solidFill>
                <a:srgbClr val="0066FF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endParaRPr sz="2400" dirty="0">
              <a:solidFill>
                <a:schemeClr val="bg1">
                  <a:lumMod val="65000"/>
                </a:schemeClr>
              </a:solidFill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IN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Missing values in Volume column → KNN imputation </a:t>
            </a: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endParaRPr lang="en-IN" sz="2400" b="1" spc="-10" dirty="0">
              <a:solidFill>
                <a:schemeClr val="bg1">
                  <a:lumMod val="65000"/>
                </a:schemeClr>
              </a:solidFill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IN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Non-numeric formatting → string cleaning &amp; type conversion </a:t>
            </a: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endParaRPr lang="en-IN" sz="2400" b="1" spc="-10" dirty="0">
              <a:solidFill>
                <a:schemeClr val="bg1">
                  <a:lumMod val="65000"/>
                </a:schemeClr>
              </a:solidFill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IN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Weekly consistency → feature engineering for weekly momentum</a:t>
            </a:r>
            <a:endParaRPr sz="2400" dirty="0">
              <a:solidFill>
                <a:schemeClr val="bg1">
                  <a:lumMod val="65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8504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A46A1C-53E1-B13B-7D26-A62E3878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F6DA2BC-A9CC-4F9F-5A4B-0821FCE2A353}"/>
              </a:ext>
            </a:extLst>
          </p:cNvPr>
          <p:cNvGrpSpPr/>
          <p:nvPr/>
        </p:nvGrpSpPr>
        <p:grpSpPr>
          <a:xfrm>
            <a:off x="0" y="0"/>
            <a:ext cx="2837815" cy="6858000"/>
            <a:chOff x="0" y="0"/>
            <a:chExt cx="2837815" cy="68580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198C3D5-7564-E2C0-4610-D4CDF4C094B9}"/>
                </a:ext>
              </a:extLst>
            </p:cNvPr>
            <p:cNvSpPr/>
            <p:nvPr/>
          </p:nvSpPr>
          <p:spPr>
            <a:xfrm>
              <a:off x="0" y="0"/>
              <a:ext cx="2837815" cy="6858000"/>
            </a:xfrm>
            <a:custGeom>
              <a:avLst/>
              <a:gdLst/>
              <a:ahLst/>
              <a:cxnLst/>
              <a:rect l="l" t="t" r="r" b="b"/>
              <a:pathLst>
                <a:path w="2837815" h="6858000">
                  <a:moveTo>
                    <a:pt x="243611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6114" y="6857999"/>
                  </a:lnTo>
                  <a:lnTo>
                    <a:pt x="2490596" y="6855253"/>
                  </a:lnTo>
                  <a:lnTo>
                    <a:pt x="2542853" y="6847254"/>
                  </a:lnTo>
                  <a:lnTo>
                    <a:pt x="2592407" y="6834361"/>
                  </a:lnTo>
                  <a:lnTo>
                    <a:pt x="2638777" y="6816932"/>
                  </a:lnTo>
                  <a:lnTo>
                    <a:pt x="2681486" y="6795325"/>
                  </a:lnTo>
                  <a:lnTo>
                    <a:pt x="2720054" y="6769899"/>
                  </a:lnTo>
                  <a:lnTo>
                    <a:pt x="2754002" y="6741013"/>
                  </a:lnTo>
                  <a:lnTo>
                    <a:pt x="2782852" y="6709024"/>
                  </a:lnTo>
                  <a:lnTo>
                    <a:pt x="2806124" y="6674291"/>
                  </a:lnTo>
                  <a:lnTo>
                    <a:pt x="2823340" y="6637172"/>
                  </a:lnTo>
                  <a:lnTo>
                    <a:pt x="2834021" y="6598027"/>
                  </a:lnTo>
                  <a:lnTo>
                    <a:pt x="2837688" y="6557213"/>
                  </a:lnTo>
                  <a:lnTo>
                    <a:pt x="2837688" y="300735"/>
                  </a:lnTo>
                  <a:lnTo>
                    <a:pt x="2834021" y="259922"/>
                  </a:lnTo>
                  <a:lnTo>
                    <a:pt x="2823340" y="220780"/>
                  </a:lnTo>
                  <a:lnTo>
                    <a:pt x="2806124" y="183665"/>
                  </a:lnTo>
                  <a:lnTo>
                    <a:pt x="2782852" y="148938"/>
                  </a:lnTo>
                  <a:lnTo>
                    <a:pt x="2754002" y="116954"/>
                  </a:lnTo>
                  <a:lnTo>
                    <a:pt x="2720054" y="88074"/>
                  </a:lnTo>
                  <a:lnTo>
                    <a:pt x="2681486" y="62654"/>
                  </a:lnTo>
                  <a:lnTo>
                    <a:pt x="2638777" y="41053"/>
                  </a:lnTo>
                  <a:lnTo>
                    <a:pt x="2592407" y="23629"/>
                  </a:lnTo>
                  <a:lnTo>
                    <a:pt x="2542853" y="10740"/>
                  </a:lnTo>
                  <a:lnTo>
                    <a:pt x="2490596" y="2744"/>
                  </a:lnTo>
                  <a:lnTo>
                    <a:pt x="2436114" y="0"/>
                  </a:lnTo>
                  <a:close/>
                </a:path>
              </a:pathLst>
            </a:custGeom>
            <a:solidFill>
              <a:srgbClr val="00B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6CBF0AA-A311-F5EF-ABB4-D31AAA429855}"/>
                </a:ext>
              </a:extLst>
            </p:cNvPr>
            <p:cNvSpPr/>
            <p:nvPr/>
          </p:nvSpPr>
          <p:spPr>
            <a:xfrm>
              <a:off x="367284" y="266700"/>
              <a:ext cx="2188845" cy="490855"/>
            </a:xfrm>
            <a:custGeom>
              <a:avLst/>
              <a:gdLst/>
              <a:ahLst/>
              <a:cxnLst/>
              <a:rect l="l" t="t" r="r" b="b"/>
              <a:pathLst>
                <a:path w="2188845" h="490855">
                  <a:moveTo>
                    <a:pt x="1943100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984" y="294812"/>
                  </a:lnTo>
                  <a:lnTo>
                    <a:pt x="19282" y="340869"/>
                  </a:lnTo>
                  <a:lnTo>
                    <a:pt x="41904" y="382548"/>
                  </a:lnTo>
                  <a:lnTo>
                    <a:pt x="71866" y="418861"/>
                  </a:lnTo>
                  <a:lnTo>
                    <a:pt x="108179" y="448823"/>
                  </a:lnTo>
                  <a:lnTo>
                    <a:pt x="149858" y="471445"/>
                  </a:lnTo>
                  <a:lnTo>
                    <a:pt x="195915" y="485743"/>
                  </a:lnTo>
                  <a:lnTo>
                    <a:pt x="245364" y="490727"/>
                  </a:lnTo>
                  <a:lnTo>
                    <a:pt x="2188464" y="490727"/>
                  </a:lnTo>
                  <a:lnTo>
                    <a:pt x="2188464" y="245363"/>
                  </a:lnTo>
                  <a:lnTo>
                    <a:pt x="2183479" y="195915"/>
                  </a:lnTo>
                  <a:lnTo>
                    <a:pt x="2169181" y="149858"/>
                  </a:lnTo>
                  <a:lnTo>
                    <a:pt x="2146559" y="108179"/>
                  </a:lnTo>
                  <a:lnTo>
                    <a:pt x="2116597" y="71866"/>
                  </a:lnTo>
                  <a:lnTo>
                    <a:pt x="2080284" y="41904"/>
                  </a:lnTo>
                  <a:lnTo>
                    <a:pt x="2038605" y="19282"/>
                  </a:lnTo>
                  <a:lnTo>
                    <a:pt x="1992548" y="4984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70B9BE4-459C-B483-F05E-4FE5AAA3D342}"/>
                </a:ext>
              </a:extLst>
            </p:cNvPr>
            <p:cNvSpPr/>
            <p:nvPr/>
          </p:nvSpPr>
          <p:spPr>
            <a:xfrm>
              <a:off x="539495" y="321563"/>
              <a:ext cx="388620" cy="376555"/>
            </a:xfrm>
            <a:custGeom>
              <a:avLst/>
              <a:gdLst/>
              <a:ahLst/>
              <a:cxnLst/>
              <a:rect l="l" t="t" r="r" b="b"/>
              <a:pathLst>
                <a:path w="388619" h="376555">
                  <a:moveTo>
                    <a:pt x="194310" y="0"/>
                  </a:moveTo>
                  <a:lnTo>
                    <a:pt x="149756" y="4974"/>
                  </a:lnTo>
                  <a:lnTo>
                    <a:pt x="108857" y="19141"/>
                  </a:lnTo>
                  <a:lnTo>
                    <a:pt x="72778" y="41367"/>
                  </a:lnTo>
                  <a:lnTo>
                    <a:pt x="42687" y="70521"/>
                  </a:lnTo>
                  <a:lnTo>
                    <a:pt x="19749" y="105469"/>
                  </a:lnTo>
                  <a:lnTo>
                    <a:pt x="5131" y="145077"/>
                  </a:lnTo>
                  <a:lnTo>
                    <a:pt x="0" y="188213"/>
                  </a:lnTo>
                  <a:lnTo>
                    <a:pt x="5131" y="231350"/>
                  </a:lnTo>
                  <a:lnTo>
                    <a:pt x="19749" y="270958"/>
                  </a:lnTo>
                  <a:lnTo>
                    <a:pt x="42687" y="305906"/>
                  </a:lnTo>
                  <a:lnTo>
                    <a:pt x="72778" y="335060"/>
                  </a:lnTo>
                  <a:lnTo>
                    <a:pt x="108857" y="357286"/>
                  </a:lnTo>
                  <a:lnTo>
                    <a:pt x="149756" y="371453"/>
                  </a:lnTo>
                  <a:lnTo>
                    <a:pt x="194310" y="376427"/>
                  </a:lnTo>
                  <a:lnTo>
                    <a:pt x="238863" y="371453"/>
                  </a:lnTo>
                  <a:lnTo>
                    <a:pt x="279762" y="357286"/>
                  </a:lnTo>
                  <a:lnTo>
                    <a:pt x="315841" y="335060"/>
                  </a:lnTo>
                  <a:lnTo>
                    <a:pt x="345932" y="305906"/>
                  </a:lnTo>
                  <a:lnTo>
                    <a:pt x="368870" y="270958"/>
                  </a:lnTo>
                  <a:lnTo>
                    <a:pt x="383488" y="231350"/>
                  </a:lnTo>
                  <a:lnTo>
                    <a:pt x="388620" y="188213"/>
                  </a:lnTo>
                  <a:lnTo>
                    <a:pt x="383488" y="145077"/>
                  </a:lnTo>
                  <a:lnTo>
                    <a:pt x="368870" y="105469"/>
                  </a:lnTo>
                  <a:lnTo>
                    <a:pt x="345932" y="70521"/>
                  </a:lnTo>
                  <a:lnTo>
                    <a:pt x="315841" y="41367"/>
                  </a:lnTo>
                  <a:lnTo>
                    <a:pt x="279762" y="19141"/>
                  </a:lnTo>
                  <a:lnTo>
                    <a:pt x="238863" y="4974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90A8601-91A4-1672-6073-961EE99419A9}"/>
              </a:ext>
            </a:extLst>
          </p:cNvPr>
          <p:cNvSpPr txBox="1"/>
          <p:nvPr/>
        </p:nvSpPr>
        <p:spPr>
          <a:xfrm>
            <a:off x="599643" y="371093"/>
            <a:ext cx="2813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lang="en-IN" sz="1600" b="1" spc="-25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3AA8014-6227-A398-DAF0-D01E67286295}"/>
              </a:ext>
            </a:extLst>
          </p:cNvPr>
          <p:cNvSpPr txBox="1"/>
          <p:nvPr/>
        </p:nvSpPr>
        <p:spPr>
          <a:xfrm>
            <a:off x="1078483" y="387222"/>
            <a:ext cx="132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0066FF"/>
                </a:solidFill>
                <a:latin typeface="Tahoma"/>
                <a:cs typeface="Tahoma"/>
              </a:rPr>
              <a:t>Agenda</a:t>
            </a:r>
            <a:r>
              <a:rPr sz="1400" b="1" spc="-2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lang="en-IN" sz="1400" b="1" spc="-10" dirty="0">
                <a:solidFill>
                  <a:srgbClr val="0066FF"/>
                </a:solidFill>
                <a:latin typeface="Tahoma"/>
                <a:cs typeface="Tahoma"/>
              </a:rPr>
              <a:t>Nine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3BA11AF-97D2-CA09-0576-2B7150BA2FEB}"/>
              </a:ext>
            </a:extLst>
          </p:cNvPr>
          <p:cNvSpPr txBox="1"/>
          <p:nvPr/>
        </p:nvSpPr>
        <p:spPr>
          <a:xfrm>
            <a:off x="367285" y="1219514"/>
            <a:ext cx="2299716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FFFFFF"/>
                </a:solidFill>
                <a:latin typeface="Tahoma"/>
                <a:cs typeface="Tahoma"/>
              </a:rPr>
              <a:t>Learning Outcomes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2CD9B5FC-AEFA-DA83-D45F-7CE835D6EB61}"/>
              </a:ext>
            </a:extLst>
          </p:cNvPr>
          <p:cNvSpPr txBox="1"/>
          <p:nvPr/>
        </p:nvSpPr>
        <p:spPr>
          <a:xfrm>
            <a:off x="3429000" y="1143000"/>
            <a:ext cx="8029431" cy="4429418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spcBef>
                <a:spcPts val="840"/>
              </a:spcBef>
            </a:pPr>
            <a:r>
              <a:rPr lang="en-IN" sz="2400" b="1" spc="-45" dirty="0">
                <a:solidFill>
                  <a:srgbClr val="0066FF"/>
                </a:solidFill>
                <a:latin typeface="Tahoma"/>
                <a:cs typeface="Tahoma"/>
              </a:rPr>
              <a:t>Learning Outcomes </a:t>
            </a:r>
            <a:r>
              <a:rPr sz="2400" b="1" spc="-45" dirty="0">
                <a:solidFill>
                  <a:srgbClr val="0066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66FF"/>
                </a:solidFill>
                <a:latin typeface="Tahoma"/>
                <a:cs typeface="Tahoma"/>
              </a:rPr>
              <a:t>:</a:t>
            </a:r>
            <a:endParaRPr lang="en-IN" sz="2400" b="1" spc="-50" dirty="0">
              <a:solidFill>
                <a:srgbClr val="0066FF"/>
              </a:solidFill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endParaRPr lang="en-IN" sz="2400" b="1" spc="-10" dirty="0">
              <a:solidFill>
                <a:schemeClr val="bg1">
                  <a:lumMod val="65000"/>
                </a:schemeClr>
              </a:solidFill>
              <a:latin typeface="Tahoma"/>
              <a:cs typeface="Tahoma"/>
            </a:endParaRPr>
          </a:p>
          <a:p>
            <a:pPr marL="184150" marR="5080" indent="-171450"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US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Practical experience in web scraping &amp; data cleaning </a:t>
            </a:r>
          </a:p>
          <a:p>
            <a:pPr marL="184150" marR="5080" indent="-171450"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US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Efficient data storage with MySQL.</a:t>
            </a:r>
          </a:p>
          <a:p>
            <a:pPr marL="184150" marR="5080" indent="-171450"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US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 Creating interactive dashboards &amp; visualizations </a:t>
            </a:r>
          </a:p>
          <a:p>
            <a:pPr marL="184150" marR="5080" indent="-171450"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US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Feature engineering for ML </a:t>
            </a:r>
          </a:p>
          <a:p>
            <a:pPr marL="184150" marR="5080" indent="-171450"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US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Building and evaluating multiple ML models </a:t>
            </a:r>
          </a:p>
          <a:p>
            <a:pPr marL="184150" marR="5080" indent="-171450">
              <a:spcBef>
                <a:spcPts val="740"/>
              </a:spcBef>
              <a:buFont typeface="Wingdings" panose="05000000000000000000" pitchFamily="2" charset="2"/>
              <a:buChar char="n"/>
            </a:pPr>
            <a:r>
              <a:rPr lang="en-US" sz="2400" b="1" spc="-10" dirty="0">
                <a:solidFill>
                  <a:schemeClr val="bg1">
                    <a:lumMod val="65000"/>
                  </a:schemeClr>
                </a:solidFill>
                <a:latin typeface="Tahoma"/>
                <a:cs typeface="Tahoma"/>
              </a:rPr>
              <a:t>Selecting Gradient Boost as the best performing model</a:t>
            </a:r>
            <a:endParaRPr sz="2400" b="1" spc="-10" dirty="0">
              <a:solidFill>
                <a:schemeClr val="bg1">
                  <a:lumMod val="65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7092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199770"/>
            <a:ext cx="39954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85" dirty="0">
                <a:solidFill>
                  <a:srgbClr val="00CC99"/>
                </a:solidFill>
              </a:rPr>
              <a:t>CONCLUSION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69391" y="1027175"/>
            <a:ext cx="1276985" cy="0"/>
          </a:xfrm>
          <a:custGeom>
            <a:avLst/>
            <a:gdLst/>
            <a:ahLst/>
            <a:cxnLst/>
            <a:rect l="l" t="t" r="r" b="b"/>
            <a:pathLst>
              <a:path w="1276985">
                <a:moveTo>
                  <a:pt x="0" y="0"/>
                </a:moveTo>
                <a:lnTo>
                  <a:pt x="1276984" y="0"/>
                </a:lnTo>
              </a:path>
            </a:pathLst>
          </a:custGeom>
          <a:ln w="12700">
            <a:solidFill>
              <a:srgbClr val="00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3175" y="1891283"/>
            <a:ext cx="12198350" cy="838200"/>
            <a:chOff x="-3175" y="1891283"/>
            <a:chExt cx="12198350" cy="838200"/>
          </a:xfrm>
        </p:grpSpPr>
        <p:sp>
          <p:nvSpPr>
            <p:cNvPr id="5" name="object 5"/>
            <p:cNvSpPr/>
            <p:nvPr/>
          </p:nvSpPr>
          <p:spPr>
            <a:xfrm>
              <a:off x="0" y="2273807"/>
              <a:ext cx="12192000" cy="66040"/>
            </a:xfrm>
            <a:custGeom>
              <a:avLst/>
              <a:gdLst/>
              <a:ahLst/>
              <a:cxnLst/>
              <a:rect l="l" t="t" r="r" b="b"/>
              <a:pathLst>
                <a:path w="12192000" h="66039">
                  <a:moveTo>
                    <a:pt x="0" y="65786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9431" y="1891283"/>
              <a:ext cx="779145" cy="779145"/>
            </a:xfrm>
            <a:custGeom>
              <a:avLst/>
              <a:gdLst/>
              <a:ahLst/>
              <a:cxnLst/>
              <a:rect l="l" t="t" r="r" b="b"/>
              <a:pathLst>
                <a:path w="779144" h="779144">
                  <a:moveTo>
                    <a:pt x="389381" y="0"/>
                  </a:moveTo>
                  <a:lnTo>
                    <a:pt x="340538" y="3034"/>
                  </a:lnTo>
                  <a:lnTo>
                    <a:pt x="293506" y="11894"/>
                  </a:lnTo>
                  <a:lnTo>
                    <a:pt x="248648" y="26214"/>
                  </a:lnTo>
                  <a:lnTo>
                    <a:pt x="206331" y="45629"/>
                  </a:lnTo>
                  <a:lnTo>
                    <a:pt x="166919" y="69774"/>
                  </a:lnTo>
                  <a:lnTo>
                    <a:pt x="130778" y="98284"/>
                  </a:lnTo>
                  <a:lnTo>
                    <a:pt x="98271" y="130793"/>
                  </a:lnTo>
                  <a:lnTo>
                    <a:pt x="69764" y="166936"/>
                  </a:lnTo>
                  <a:lnTo>
                    <a:pt x="45622" y="206348"/>
                  </a:lnTo>
                  <a:lnTo>
                    <a:pt x="26209" y="248664"/>
                  </a:lnTo>
                  <a:lnTo>
                    <a:pt x="11892" y="293518"/>
                  </a:lnTo>
                  <a:lnTo>
                    <a:pt x="3033" y="340546"/>
                  </a:lnTo>
                  <a:lnTo>
                    <a:pt x="0" y="389381"/>
                  </a:lnTo>
                  <a:lnTo>
                    <a:pt x="3033" y="438217"/>
                  </a:lnTo>
                  <a:lnTo>
                    <a:pt x="11892" y="485245"/>
                  </a:lnTo>
                  <a:lnTo>
                    <a:pt x="26209" y="530099"/>
                  </a:lnTo>
                  <a:lnTo>
                    <a:pt x="45622" y="572415"/>
                  </a:lnTo>
                  <a:lnTo>
                    <a:pt x="69764" y="611827"/>
                  </a:lnTo>
                  <a:lnTo>
                    <a:pt x="98271" y="647970"/>
                  </a:lnTo>
                  <a:lnTo>
                    <a:pt x="130778" y="680479"/>
                  </a:lnTo>
                  <a:lnTo>
                    <a:pt x="166919" y="708989"/>
                  </a:lnTo>
                  <a:lnTo>
                    <a:pt x="206331" y="733134"/>
                  </a:lnTo>
                  <a:lnTo>
                    <a:pt x="248648" y="752549"/>
                  </a:lnTo>
                  <a:lnTo>
                    <a:pt x="293506" y="766869"/>
                  </a:lnTo>
                  <a:lnTo>
                    <a:pt x="340538" y="775729"/>
                  </a:lnTo>
                  <a:lnTo>
                    <a:pt x="389381" y="778763"/>
                  </a:lnTo>
                  <a:lnTo>
                    <a:pt x="438217" y="775729"/>
                  </a:lnTo>
                  <a:lnTo>
                    <a:pt x="485245" y="766869"/>
                  </a:lnTo>
                  <a:lnTo>
                    <a:pt x="530099" y="752549"/>
                  </a:lnTo>
                  <a:lnTo>
                    <a:pt x="572415" y="733134"/>
                  </a:lnTo>
                  <a:lnTo>
                    <a:pt x="611827" y="708989"/>
                  </a:lnTo>
                  <a:lnTo>
                    <a:pt x="647970" y="680479"/>
                  </a:lnTo>
                  <a:lnTo>
                    <a:pt x="680479" y="647970"/>
                  </a:lnTo>
                  <a:lnTo>
                    <a:pt x="708989" y="611827"/>
                  </a:lnTo>
                  <a:lnTo>
                    <a:pt x="733134" y="572415"/>
                  </a:lnTo>
                  <a:lnTo>
                    <a:pt x="752549" y="530099"/>
                  </a:lnTo>
                  <a:lnTo>
                    <a:pt x="766869" y="485245"/>
                  </a:lnTo>
                  <a:lnTo>
                    <a:pt x="775729" y="438217"/>
                  </a:lnTo>
                  <a:lnTo>
                    <a:pt x="778764" y="389381"/>
                  </a:lnTo>
                  <a:lnTo>
                    <a:pt x="775729" y="340546"/>
                  </a:lnTo>
                  <a:lnTo>
                    <a:pt x="766869" y="293518"/>
                  </a:lnTo>
                  <a:lnTo>
                    <a:pt x="752549" y="248664"/>
                  </a:lnTo>
                  <a:lnTo>
                    <a:pt x="733134" y="206348"/>
                  </a:lnTo>
                  <a:lnTo>
                    <a:pt x="708989" y="166936"/>
                  </a:lnTo>
                  <a:lnTo>
                    <a:pt x="680479" y="130793"/>
                  </a:lnTo>
                  <a:lnTo>
                    <a:pt x="647970" y="98284"/>
                  </a:lnTo>
                  <a:lnTo>
                    <a:pt x="611827" y="69774"/>
                  </a:lnTo>
                  <a:lnTo>
                    <a:pt x="572415" y="45629"/>
                  </a:lnTo>
                  <a:lnTo>
                    <a:pt x="530099" y="26214"/>
                  </a:lnTo>
                  <a:lnTo>
                    <a:pt x="485245" y="11894"/>
                  </a:lnTo>
                  <a:lnTo>
                    <a:pt x="438217" y="3034"/>
                  </a:lnTo>
                  <a:lnTo>
                    <a:pt x="389381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6473" y="2100910"/>
              <a:ext cx="360045" cy="367030"/>
            </a:xfrm>
            <a:custGeom>
              <a:avLst/>
              <a:gdLst/>
              <a:ahLst/>
              <a:cxnLst/>
              <a:rect l="l" t="t" r="r" b="b"/>
              <a:pathLst>
                <a:path w="360044" h="367030">
                  <a:moveTo>
                    <a:pt x="217124" y="341630"/>
                  </a:moveTo>
                  <a:lnTo>
                    <a:pt x="142538" y="341629"/>
                  </a:lnTo>
                  <a:lnTo>
                    <a:pt x="144611" y="346709"/>
                  </a:lnTo>
                  <a:lnTo>
                    <a:pt x="147512" y="351789"/>
                  </a:lnTo>
                  <a:lnTo>
                    <a:pt x="187762" y="367030"/>
                  </a:lnTo>
                  <a:lnTo>
                    <a:pt x="195246" y="364490"/>
                  </a:lnTo>
                  <a:lnTo>
                    <a:pt x="217124" y="341630"/>
                  </a:lnTo>
                  <a:close/>
                </a:path>
                <a:path w="360044" h="367030">
                  <a:moveTo>
                    <a:pt x="179879" y="57150"/>
                  </a:moveTo>
                  <a:lnTo>
                    <a:pt x="132797" y="67309"/>
                  </a:lnTo>
                  <a:lnTo>
                    <a:pt x="92951" y="93979"/>
                  </a:lnTo>
                  <a:lnTo>
                    <a:pt x="66273" y="133349"/>
                  </a:lnTo>
                  <a:lnTo>
                    <a:pt x="57572" y="173989"/>
                  </a:lnTo>
                  <a:lnTo>
                    <a:pt x="57447" y="175259"/>
                  </a:lnTo>
                  <a:lnTo>
                    <a:pt x="57322" y="176529"/>
                  </a:lnTo>
                  <a:lnTo>
                    <a:pt x="66273" y="227329"/>
                  </a:lnTo>
                  <a:lnTo>
                    <a:pt x="92951" y="266699"/>
                  </a:lnTo>
                  <a:lnTo>
                    <a:pt x="108821" y="280669"/>
                  </a:lnTo>
                  <a:lnTo>
                    <a:pt x="108821" y="335279"/>
                  </a:lnTo>
                  <a:lnTo>
                    <a:pt x="115355" y="341629"/>
                  </a:lnTo>
                  <a:lnTo>
                    <a:pt x="244213" y="341630"/>
                  </a:lnTo>
                  <a:lnTo>
                    <a:pt x="248259" y="337820"/>
                  </a:lnTo>
                  <a:lnTo>
                    <a:pt x="176979" y="337819"/>
                  </a:lnTo>
                  <a:lnTo>
                    <a:pt x="174281" y="336549"/>
                  </a:lnTo>
                  <a:lnTo>
                    <a:pt x="172210" y="335279"/>
                  </a:lnTo>
                  <a:lnTo>
                    <a:pt x="170234" y="332739"/>
                  </a:lnTo>
                  <a:lnTo>
                    <a:pt x="169204" y="330199"/>
                  </a:lnTo>
                  <a:lnTo>
                    <a:pt x="169204" y="318769"/>
                  </a:lnTo>
                  <a:lnTo>
                    <a:pt x="162565" y="312419"/>
                  </a:lnTo>
                  <a:lnTo>
                    <a:pt x="138278" y="312419"/>
                  </a:lnTo>
                  <a:lnTo>
                    <a:pt x="138278" y="295909"/>
                  </a:lnTo>
                  <a:lnTo>
                    <a:pt x="250957" y="295910"/>
                  </a:lnTo>
                  <a:lnTo>
                    <a:pt x="250957" y="280670"/>
                  </a:lnTo>
                  <a:lnTo>
                    <a:pt x="256553" y="276860"/>
                  </a:lnTo>
                  <a:lnTo>
                    <a:pt x="259196" y="274320"/>
                  </a:lnTo>
                  <a:lnTo>
                    <a:pt x="179880" y="274319"/>
                  </a:lnTo>
                  <a:lnTo>
                    <a:pt x="167088" y="273049"/>
                  </a:lnTo>
                  <a:lnTo>
                    <a:pt x="154647" y="270509"/>
                  </a:lnTo>
                  <a:lnTo>
                    <a:pt x="142712" y="266699"/>
                  </a:lnTo>
                  <a:lnTo>
                    <a:pt x="131438" y="260349"/>
                  </a:lnTo>
                  <a:lnTo>
                    <a:pt x="130812" y="260349"/>
                  </a:lnTo>
                  <a:lnTo>
                    <a:pt x="102052" y="232409"/>
                  </a:lnTo>
                  <a:lnTo>
                    <a:pt x="86204" y="180339"/>
                  </a:lnTo>
                  <a:lnTo>
                    <a:pt x="87792" y="163829"/>
                  </a:lnTo>
                  <a:lnTo>
                    <a:pt x="87914" y="162559"/>
                  </a:lnTo>
                  <a:lnTo>
                    <a:pt x="113803" y="114299"/>
                  </a:lnTo>
                  <a:lnTo>
                    <a:pt x="161535" y="88899"/>
                  </a:lnTo>
                  <a:lnTo>
                    <a:pt x="179880" y="86360"/>
                  </a:lnTo>
                  <a:lnTo>
                    <a:pt x="258092" y="86360"/>
                  </a:lnTo>
                  <a:lnTo>
                    <a:pt x="248030" y="77470"/>
                  </a:lnTo>
                  <a:lnTo>
                    <a:pt x="226920" y="67310"/>
                  </a:lnTo>
                  <a:lnTo>
                    <a:pt x="203999" y="59690"/>
                  </a:lnTo>
                  <a:lnTo>
                    <a:pt x="179879" y="57150"/>
                  </a:lnTo>
                  <a:close/>
                </a:path>
                <a:path w="360044" h="367030">
                  <a:moveTo>
                    <a:pt x="250957" y="295910"/>
                  </a:moveTo>
                  <a:lnTo>
                    <a:pt x="221479" y="295910"/>
                  </a:lnTo>
                  <a:lnTo>
                    <a:pt x="221479" y="312420"/>
                  </a:lnTo>
                  <a:lnTo>
                    <a:pt x="197099" y="312420"/>
                  </a:lnTo>
                  <a:lnTo>
                    <a:pt x="190565" y="318770"/>
                  </a:lnTo>
                  <a:lnTo>
                    <a:pt x="190565" y="330200"/>
                  </a:lnTo>
                  <a:lnTo>
                    <a:pt x="189429" y="332740"/>
                  </a:lnTo>
                  <a:lnTo>
                    <a:pt x="187559" y="335280"/>
                  </a:lnTo>
                  <a:lnTo>
                    <a:pt x="187346" y="335280"/>
                  </a:lnTo>
                  <a:lnTo>
                    <a:pt x="185383" y="336550"/>
                  </a:lnTo>
                  <a:lnTo>
                    <a:pt x="182577" y="337819"/>
                  </a:lnTo>
                  <a:lnTo>
                    <a:pt x="248259" y="337820"/>
                  </a:lnTo>
                  <a:lnTo>
                    <a:pt x="250957" y="335280"/>
                  </a:lnTo>
                  <a:lnTo>
                    <a:pt x="250957" y="295910"/>
                  </a:lnTo>
                  <a:close/>
                </a:path>
                <a:path w="360044" h="367030">
                  <a:moveTo>
                    <a:pt x="221479" y="295910"/>
                  </a:moveTo>
                  <a:lnTo>
                    <a:pt x="138278" y="295909"/>
                  </a:lnTo>
                  <a:lnTo>
                    <a:pt x="158729" y="300989"/>
                  </a:lnTo>
                  <a:lnTo>
                    <a:pt x="179880" y="303529"/>
                  </a:lnTo>
                  <a:lnTo>
                    <a:pt x="201030" y="300990"/>
                  </a:lnTo>
                  <a:lnTo>
                    <a:pt x="221479" y="295910"/>
                  </a:lnTo>
                  <a:close/>
                </a:path>
                <a:path w="360044" h="367030">
                  <a:moveTo>
                    <a:pt x="55908" y="241299"/>
                  </a:moveTo>
                  <a:lnTo>
                    <a:pt x="27386" y="257809"/>
                  </a:lnTo>
                  <a:lnTo>
                    <a:pt x="23232" y="260349"/>
                  </a:lnTo>
                  <a:lnTo>
                    <a:pt x="21883" y="265429"/>
                  </a:lnTo>
                  <a:lnTo>
                    <a:pt x="24167" y="270509"/>
                  </a:lnTo>
                  <a:lnTo>
                    <a:pt x="26663" y="274319"/>
                  </a:lnTo>
                  <a:lnTo>
                    <a:pt x="31846" y="275589"/>
                  </a:lnTo>
                  <a:lnTo>
                    <a:pt x="60275" y="259079"/>
                  </a:lnTo>
                  <a:lnTo>
                    <a:pt x="64417" y="256539"/>
                  </a:lnTo>
                  <a:lnTo>
                    <a:pt x="65873" y="251459"/>
                  </a:lnTo>
                  <a:lnTo>
                    <a:pt x="63587" y="247649"/>
                  </a:lnTo>
                  <a:lnTo>
                    <a:pt x="61102" y="243839"/>
                  </a:lnTo>
                  <a:lnTo>
                    <a:pt x="55908" y="241299"/>
                  </a:lnTo>
                  <a:close/>
                </a:path>
                <a:path w="360044" h="367030">
                  <a:moveTo>
                    <a:pt x="303859" y="241300"/>
                  </a:moveTo>
                  <a:lnTo>
                    <a:pt x="298669" y="243840"/>
                  </a:lnTo>
                  <a:lnTo>
                    <a:pt x="296182" y="247650"/>
                  </a:lnTo>
                  <a:lnTo>
                    <a:pt x="293790" y="251460"/>
                  </a:lnTo>
                  <a:lnTo>
                    <a:pt x="295345" y="256540"/>
                  </a:lnTo>
                  <a:lnTo>
                    <a:pt x="299386" y="259080"/>
                  </a:lnTo>
                  <a:lnTo>
                    <a:pt x="323685" y="273050"/>
                  </a:lnTo>
                  <a:lnTo>
                    <a:pt x="327918" y="275590"/>
                  </a:lnTo>
                  <a:lnTo>
                    <a:pt x="333108" y="274320"/>
                  </a:lnTo>
                  <a:lnTo>
                    <a:pt x="335595" y="270510"/>
                  </a:lnTo>
                  <a:lnTo>
                    <a:pt x="337867" y="265430"/>
                  </a:lnTo>
                  <a:lnTo>
                    <a:pt x="336528" y="260350"/>
                  </a:lnTo>
                  <a:lnTo>
                    <a:pt x="332271" y="257810"/>
                  </a:lnTo>
                  <a:lnTo>
                    <a:pt x="303859" y="241300"/>
                  </a:lnTo>
                  <a:close/>
                </a:path>
                <a:path w="360044" h="367030">
                  <a:moveTo>
                    <a:pt x="258092" y="86360"/>
                  </a:moveTo>
                  <a:lnTo>
                    <a:pt x="179880" y="86360"/>
                  </a:lnTo>
                  <a:lnTo>
                    <a:pt x="198231" y="88900"/>
                  </a:lnTo>
                  <a:lnTo>
                    <a:pt x="215646" y="93980"/>
                  </a:lnTo>
                  <a:lnTo>
                    <a:pt x="257683" y="128270"/>
                  </a:lnTo>
                  <a:lnTo>
                    <a:pt x="272743" y="173990"/>
                  </a:lnTo>
                  <a:lnTo>
                    <a:pt x="272863" y="175260"/>
                  </a:lnTo>
                  <a:lnTo>
                    <a:pt x="272983" y="176530"/>
                  </a:lnTo>
                  <a:lnTo>
                    <a:pt x="273103" y="177800"/>
                  </a:lnTo>
                  <a:lnTo>
                    <a:pt x="273222" y="179070"/>
                  </a:lnTo>
                  <a:lnTo>
                    <a:pt x="257683" y="232410"/>
                  </a:lnTo>
                  <a:lnTo>
                    <a:pt x="228957" y="260350"/>
                  </a:lnTo>
                  <a:lnTo>
                    <a:pt x="228330" y="260350"/>
                  </a:lnTo>
                  <a:lnTo>
                    <a:pt x="217042" y="266700"/>
                  </a:lnTo>
                  <a:lnTo>
                    <a:pt x="205081" y="270510"/>
                  </a:lnTo>
                  <a:lnTo>
                    <a:pt x="192632" y="273050"/>
                  </a:lnTo>
                  <a:lnTo>
                    <a:pt x="179880" y="274319"/>
                  </a:lnTo>
                  <a:lnTo>
                    <a:pt x="259196" y="274320"/>
                  </a:lnTo>
                  <a:lnTo>
                    <a:pt x="293491" y="227330"/>
                  </a:lnTo>
                  <a:lnTo>
                    <a:pt x="302580" y="182880"/>
                  </a:lnTo>
                  <a:lnTo>
                    <a:pt x="302456" y="176530"/>
                  </a:lnTo>
                  <a:lnTo>
                    <a:pt x="300457" y="156210"/>
                  </a:lnTo>
                  <a:lnTo>
                    <a:pt x="293491" y="133350"/>
                  </a:lnTo>
                  <a:lnTo>
                    <a:pt x="282167" y="111760"/>
                  </a:lnTo>
                  <a:lnTo>
                    <a:pt x="266718" y="93980"/>
                  </a:lnTo>
                  <a:lnTo>
                    <a:pt x="258092" y="86360"/>
                  </a:lnTo>
                  <a:close/>
                </a:path>
                <a:path w="360044" h="367030">
                  <a:moveTo>
                    <a:pt x="41599" y="171449"/>
                  </a:moveTo>
                  <a:lnTo>
                    <a:pt x="4047" y="171449"/>
                  </a:lnTo>
                  <a:lnTo>
                    <a:pt x="0" y="175259"/>
                  </a:lnTo>
                  <a:lnTo>
                    <a:pt x="0" y="185419"/>
                  </a:lnTo>
                  <a:lnTo>
                    <a:pt x="4047" y="189229"/>
                  </a:lnTo>
                  <a:lnTo>
                    <a:pt x="41599" y="189229"/>
                  </a:lnTo>
                  <a:lnTo>
                    <a:pt x="45540" y="185419"/>
                  </a:lnTo>
                  <a:lnTo>
                    <a:pt x="45540" y="175259"/>
                  </a:lnTo>
                  <a:lnTo>
                    <a:pt x="41599" y="171449"/>
                  </a:lnTo>
                  <a:close/>
                </a:path>
                <a:path w="360044" h="367030">
                  <a:moveTo>
                    <a:pt x="355732" y="171450"/>
                  </a:moveTo>
                  <a:lnTo>
                    <a:pt x="318160" y="171450"/>
                  </a:lnTo>
                  <a:lnTo>
                    <a:pt x="314119" y="175260"/>
                  </a:lnTo>
                  <a:lnTo>
                    <a:pt x="314119" y="185420"/>
                  </a:lnTo>
                  <a:lnTo>
                    <a:pt x="318160" y="189230"/>
                  </a:lnTo>
                  <a:lnTo>
                    <a:pt x="355732" y="189230"/>
                  </a:lnTo>
                  <a:lnTo>
                    <a:pt x="359654" y="185420"/>
                  </a:lnTo>
                  <a:lnTo>
                    <a:pt x="359654" y="175260"/>
                  </a:lnTo>
                  <a:lnTo>
                    <a:pt x="355732" y="171450"/>
                  </a:lnTo>
                  <a:close/>
                </a:path>
                <a:path w="360044" h="367030">
                  <a:moveTo>
                    <a:pt x="161108" y="158749"/>
                  </a:moveTo>
                  <a:lnTo>
                    <a:pt x="124799" y="171449"/>
                  </a:lnTo>
                  <a:lnTo>
                    <a:pt x="121475" y="173989"/>
                  </a:lnTo>
                  <a:lnTo>
                    <a:pt x="121475" y="180339"/>
                  </a:lnTo>
                  <a:lnTo>
                    <a:pt x="124799" y="182879"/>
                  </a:lnTo>
                  <a:lnTo>
                    <a:pt x="128327" y="186689"/>
                  </a:lnTo>
                  <a:lnTo>
                    <a:pt x="133722" y="186689"/>
                  </a:lnTo>
                  <a:lnTo>
                    <a:pt x="139627" y="181609"/>
                  </a:lnTo>
                  <a:lnTo>
                    <a:pt x="142432" y="179069"/>
                  </a:lnTo>
                  <a:lnTo>
                    <a:pt x="148660" y="176529"/>
                  </a:lnTo>
                  <a:lnTo>
                    <a:pt x="238282" y="176530"/>
                  </a:lnTo>
                  <a:lnTo>
                    <a:pt x="238282" y="173990"/>
                  </a:lnTo>
                  <a:lnTo>
                    <a:pt x="234862" y="171450"/>
                  </a:lnTo>
                  <a:lnTo>
                    <a:pt x="231028" y="166370"/>
                  </a:lnTo>
                  <a:lnTo>
                    <a:pt x="179880" y="166370"/>
                  </a:lnTo>
                  <a:lnTo>
                    <a:pt x="177287" y="163829"/>
                  </a:lnTo>
                  <a:lnTo>
                    <a:pt x="174802" y="162559"/>
                  </a:lnTo>
                  <a:lnTo>
                    <a:pt x="171997" y="161289"/>
                  </a:lnTo>
                  <a:lnTo>
                    <a:pt x="166707" y="160019"/>
                  </a:lnTo>
                  <a:lnTo>
                    <a:pt x="161108" y="158749"/>
                  </a:lnTo>
                  <a:close/>
                </a:path>
                <a:path w="360044" h="367030">
                  <a:moveTo>
                    <a:pt x="197525" y="176530"/>
                  </a:moveTo>
                  <a:lnTo>
                    <a:pt x="162139" y="176529"/>
                  </a:lnTo>
                  <a:lnTo>
                    <a:pt x="168364" y="179069"/>
                  </a:lnTo>
                  <a:lnTo>
                    <a:pt x="171275" y="181609"/>
                  </a:lnTo>
                  <a:lnTo>
                    <a:pt x="173759" y="182879"/>
                  </a:lnTo>
                  <a:lnTo>
                    <a:pt x="177086" y="186689"/>
                  </a:lnTo>
                  <a:lnTo>
                    <a:pt x="182577" y="186690"/>
                  </a:lnTo>
                  <a:lnTo>
                    <a:pt x="186009" y="182880"/>
                  </a:lnTo>
                  <a:lnTo>
                    <a:pt x="188494" y="181610"/>
                  </a:lnTo>
                  <a:lnTo>
                    <a:pt x="191395" y="179070"/>
                  </a:lnTo>
                  <a:lnTo>
                    <a:pt x="194413" y="177800"/>
                  </a:lnTo>
                  <a:lnTo>
                    <a:pt x="197525" y="176530"/>
                  </a:lnTo>
                  <a:close/>
                </a:path>
                <a:path w="360044" h="367030">
                  <a:moveTo>
                    <a:pt x="238282" y="176530"/>
                  </a:moveTo>
                  <a:lnTo>
                    <a:pt x="211111" y="176530"/>
                  </a:lnTo>
                  <a:lnTo>
                    <a:pt x="214120" y="177800"/>
                  </a:lnTo>
                  <a:lnTo>
                    <a:pt x="217231" y="179070"/>
                  </a:lnTo>
                  <a:lnTo>
                    <a:pt x="220237" y="181610"/>
                  </a:lnTo>
                  <a:lnTo>
                    <a:pt x="222521" y="182880"/>
                  </a:lnTo>
                  <a:lnTo>
                    <a:pt x="225846" y="186690"/>
                  </a:lnTo>
                  <a:lnTo>
                    <a:pt x="231444" y="186690"/>
                  </a:lnTo>
                  <a:lnTo>
                    <a:pt x="234862" y="182880"/>
                  </a:lnTo>
                  <a:lnTo>
                    <a:pt x="238282" y="180340"/>
                  </a:lnTo>
                  <a:lnTo>
                    <a:pt x="238282" y="176530"/>
                  </a:lnTo>
                  <a:close/>
                </a:path>
                <a:path w="360044" h="367030">
                  <a:moveTo>
                    <a:pt x="209963" y="158750"/>
                  </a:moveTo>
                  <a:lnTo>
                    <a:pt x="198661" y="158750"/>
                  </a:lnTo>
                  <a:lnTo>
                    <a:pt x="187666" y="161290"/>
                  </a:lnTo>
                  <a:lnTo>
                    <a:pt x="182269" y="163830"/>
                  </a:lnTo>
                  <a:lnTo>
                    <a:pt x="179880" y="166370"/>
                  </a:lnTo>
                  <a:lnTo>
                    <a:pt x="231028" y="166370"/>
                  </a:lnTo>
                  <a:lnTo>
                    <a:pt x="226046" y="163830"/>
                  </a:lnTo>
                  <a:lnTo>
                    <a:pt x="215679" y="160020"/>
                  </a:lnTo>
                  <a:lnTo>
                    <a:pt x="209963" y="158750"/>
                  </a:lnTo>
                  <a:close/>
                </a:path>
                <a:path w="360044" h="367030">
                  <a:moveTo>
                    <a:pt x="32049" y="85089"/>
                  </a:moveTo>
                  <a:lnTo>
                    <a:pt x="26663" y="86359"/>
                  </a:lnTo>
                  <a:lnTo>
                    <a:pt x="21682" y="93979"/>
                  </a:lnTo>
                  <a:lnTo>
                    <a:pt x="23136" y="100329"/>
                  </a:lnTo>
                  <a:lnTo>
                    <a:pt x="51552" y="116839"/>
                  </a:lnTo>
                  <a:lnTo>
                    <a:pt x="55707" y="118109"/>
                  </a:lnTo>
                  <a:lnTo>
                    <a:pt x="61102" y="116839"/>
                  </a:lnTo>
                  <a:lnTo>
                    <a:pt x="66074" y="109219"/>
                  </a:lnTo>
                  <a:lnTo>
                    <a:pt x="64630" y="104139"/>
                  </a:lnTo>
                  <a:lnTo>
                    <a:pt x="60370" y="101599"/>
                  </a:lnTo>
                  <a:lnTo>
                    <a:pt x="36203" y="87629"/>
                  </a:lnTo>
                  <a:lnTo>
                    <a:pt x="32049" y="85089"/>
                  </a:lnTo>
                  <a:close/>
                </a:path>
                <a:path w="360044" h="367030">
                  <a:moveTo>
                    <a:pt x="327918" y="85090"/>
                  </a:moveTo>
                  <a:lnTo>
                    <a:pt x="323685" y="87630"/>
                  </a:lnTo>
                  <a:lnTo>
                    <a:pt x="299386" y="101600"/>
                  </a:lnTo>
                  <a:lnTo>
                    <a:pt x="295345" y="104140"/>
                  </a:lnTo>
                  <a:lnTo>
                    <a:pt x="293790" y="109220"/>
                  </a:lnTo>
                  <a:lnTo>
                    <a:pt x="296182" y="113030"/>
                  </a:lnTo>
                  <a:lnTo>
                    <a:pt x="298669" y="116840"/>
                  </a:lnTo>
                  <a:lnTo>
                    <a:pt x="303859" y="118110"/>
                  </a:lnTo>
                  <a:lnTo>
                    <a:pt x="308211" y="116840"/>
                  </a:lnTo>
                  <a:lnTo>
                    <a:pt x="332271" y="102870"/>
                  </a:lnTo>
                  <a:lnTo>
                    <a:pt x="336528" y="100330"/>
                  </a:lnTo>
                  <a:lnTo>
                    <a:pt x="337867" y="93980"/>
                  </a:lnTo>
                  <a:lnTo>
                    <a:pt x="335595" y="90170"/>
                  </a:lnTo>
                  <a:lnTo>
                    <a:pt x="333108" y="86360"/>
                  </a:lnTo>
                  <a:lnTo>
                    <a:pt x="327918" y="85090"/>
                  </a:lnTo>
                  <a:close/>
                </a:path>
                <a:path w="360044" h="367030">
                  <a:moveTo>
                    <a:pt x="94089" y="21589"/>
                  </a:moveTo>
                  <a:lnTo>
                    <a:pt x="85790" y="26669"/>
                  </a:lnTo>
                  <a:lnTo>
                    <a:pt x="84336" y="31749"/>
                  </a:lnTo>
                  <a:lnTo>
                    <a:pt x="86833" y="36829"/>
                  </a:lnTo>
                  <a:lnTo>
                    <a:pt x="100728" y="60959"/>
                  </a:lnTo>
                  <a:lnTo>
                    <a:pt x="103222" y="64769"/>
                  </a:lnTo>
                  <a:lnTo>
                    <a:pt x="108608" y="66039"/>
                  </a:lnTo>
                  <a:lnTo>
                    <a:pt x="112552" y="63499"/>
                  </a:lnTo>
                  <a:lnTo>
                    <a:pt x="116917" y="62229"/>
                  </a:lnTo>
                  <a:lnTo>
                    <a:pt x="118361" y="55879"/>
                  </a:lnTo>
                  <a:lnTo>
                    <a:pt x="115874" y="52069"/>
                  </a:lnTo>
                  <a:lnTo>
                    <a:pt x="101969" y="27939"/>
                  </a:lnTo>
                  <a:lnTo>
                    <a:pt x="99484" y="24129"/>
                  </a:lnTo>
                  <a:lnTo>
                    <a:pt x="94089" y="21589"/>
                  </a:lnTo>
                  <a:close/>
                </a:path>
                <a:path w="360044" h="367030">
                  <a:moveTo>
                    <a:pt x="265689" y="21590"/>
                  </a:moveTo>
                  <a:lnTo>
                    <a:pt x="260284" y="24130"/>
                  </a:lnTo>
                  <a:lnTo>
                    <a:pt x="257797" y="27940"/>
                  </a:lnTo>
                  <a:lnTo>
                    <a:pt x="243902" y="52070"/>
                  </a:lnTo>
                  <a:lnTo>
                    <a:pt x="241391" y="55880"/>
                  </a:lnTo>
                  <a:lnTo>
                    <a:pt x="242850" y="62230"/>
                  </a:lnTo>
                  <a:lnTo>
                    <a:pt x="247011" y="63500"/>
                  </a:lnTo>
                  <a:lnTo>
                    <a:pt x="251148" y="66040"/>
                  </a:lnTo>
                  <a:lnTo>
                    <a:pt x="256553" y="64770"/>
                  </a:lnTo>
                  <a:lnTo>
                    <a:pt x="258945" y="60960"/>
                  </a:lnTo>
                  <a:lnTo>
                    <a:pt x="275423" y="31750"/>
                  </a:lnTo>
                  <a:lnTo>
                    <a:pt x="273868" y="26670"/>
                  </a:lnTo>
                  <a:lnTo>
                    <a:pt x="269731" y="24130"/>
                  </a:lnTo>
                  <a:lnTo>
                    <a:pt x="265689" y="21590"/>
                  </a:lnTo>
                  <a:close/>
                </a:path>
                <a:path w="360044" h="367030">
                  <a:moveTo>
                    <a:pt x="184660" y="0"/>
                  </a:moveTo>
                  <a:lnTo>
                    <a:pt x="175003" y="0"/>
                  </a:lnTo>
                  <a:lnTo>
                    <a:pt x="171062" y="3809"/>
                  </a:lnTo>
                  <a:lnTo>
                    <a:pt x="171062" y="41909"/>
                  </a:lnTo>
                  <a:lnTo>
                    <a:pt x="175003" y="45719"/>
                  </a:lnTo>
                  <a:lnTo>
                    <a:pt x="184660" y="45720"/>
                  </a:lnTo>
                  <a:lnTo>
                    <a:pt x="188697" y="41910"/>
                  </a:lnTo>
                  <a:lnTo>
                    <a:pt x="188697" y="3810"/>
                  </a:lnTo>
                  <a:lnTo>
                    <a:pt x="184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7644" y="1933955"/>
              <a:ext cx="779145" cy="779145"/>
            </a:xfrm>
            <a:custGeom>
              <a:avLst/>
              <a:gdLst/>
              <a:ahLst/>
              <a:cxnLst/>
              <a:rect l="l" t="t" r="r" b="b"/>
              <a:pathLst>
                <a:path w="779145" h="779144">
                  <a:moveTo>
                    <a:pt x="389381" y="0"/>
                  </a:moveTo>
                  <a:lnTo>
                    <a:pt x="340546" y="3034"/>
                  </a:lnTo>
                  <a:lnTo>
                    <a:pt x="293518" y="11894"/>
                  </a:lnTo>
                  <a:lnTo>
                    <a:pt x="248664" y="26214"/>
                  </a:lnTo>
                  <a:lnTo>
                    <a:pt x="206348" y="45629"/>
                  </a:lnTo>
                  <a:lnTo>
                    <a:pt x="166936" y="69774"/>
                  </a:lnTo>
                  <a:lnTo>
                    <a:pt x="130793" y="98284"/>
                  </a:lnTo>
                  <a:lnTo>
                    <a:pt x="98284" y="130793"/>
                  </a:lnTo>
                  <a:lnTo>
                    <a:pt x="69774" y="166936"/>
                  </a:lnTo>
                  <a:lnTo>
                    <a:pt x="45629" y="206348"/>
                  </a:lnTo>
                  <a:lnTo>
                    <a:pt x="26214" y="248664"/>
                  </a:lnTo>
                  <a:lnTo>
                    <a:pt x="11894" y="293518"/>
                  </a:lnTo>
                  <a:lnTo>
                    <a:pt x="3034" y="340546"/>
                  </a:lnTo>
                  <a:lnTo>
                    <a:pt x="0" y="389382"/>
                  </a:lnTo>
                  <a:lnTo>
                    <a:pt x="3034" y="438217"/>
                  </a:lnTo>
                  <a:lnTo>
                    <a:pt x="11894" y="485245"/>
                  </a:lnTo>
                  <a:lnTo>
                    <a:pt x="26214" y="530099"/>
                  </a:lnTo>
                  <a:lnTo>
                    <a:pt x="45629" y="572415"/>
                  </a:lnTo>
                  <a:lnTo>
                    <a:pt x="69774" y="611827"/>
                  </a:lnTo>
                  <a:lnTo>
                    <a:pt x="98284" y="647970"/>
                  </a:lnTo>
                  <a:lnTo>
                    <a:pt x="130793" y="680479"/>
                  </a:lnTo>
                  <a:lnTo>
                    <a:pt x="166936" y="708989"/>
                  </a:lnTo>
                  <a:lnTo>
                    <a:pt x="206348" y="733134"/>
                  </a:lnTo>
                  <a:lnTo>
                    <a:pt x="248664" y="752549"/>
                  </a:lnTo>
                  <a:lnTo>
                    <a:pt x="293518" y="766869"/>
                  </a:lnTo>
                  <a:lnTo>
                    <a:pt x="340546" y="775729"/>
                  </a:lnTo>
                  <a:lnTo>
                    <a:pt x="389381" y="778764"/>
                  </a:lnTo>
                  <a:lnTo>
                    <a:pt x="438217" y="775729"/>
                  </a:lnTo>
                  <a:lnTo>
                    <a:pt x="485245" y="766869"/>
                  </a:lnTo>
                  <a:lnTo>
                    <a:pt x="530099" y="752549"/>
                  </a:lnTo>
                  <a:lnTo>
                    <a:pt x="572415" y="733134"/>
                  </a:lnTo>
                  <a:lnTo>
                    <a:pt x="611827" y="708989"/>
                  </a:lnTo>
                  <a:lnTo>
                    <a:pt x="647970" y="680479"/>
                  </a:lnTo>
                  <a:lnTo>
                    <a:pt x="680479" y="647970"/>
                  </a:lnTo>
                  <a:lnTo>
                    <a:pt x="708989" y="611827"/>
                  </a:lnTo>
                  <a:lnTo>
                    <a:pt x="733134" y="572415"/>
                  </a:lnTo>
                  <a:lnTo>
                    <a:pt x="752549" y="530099"/>
                  </a:lnTo>
                  <a:lnTo>
                    <a:pt x="766869" y="485245"/>
                  </a:lnTo>
                  <a:lnTo>
                    <a:pt x="775729" y="438217"/>
                  </a:lnTo>
                  <a:lnTo>
                    <a:pt x="778764" y="389382"/>
                  </a:lnTo>
                  <a:lnTo>
                    <a:pt x="775729" y="340546"/>
                  </a:lnTo>
                  <a:lnTo>
                    <a:pt x="766869" y="293518"/>
                  </a:lnTo>
                  <a:lnTo>
                    <a:pt x="752549" y="248664"/>
                  </a:lnTo>
                  <a:lnTo>
                    <a:pt x="733134" y="206348"/>
                  </a:lnTo>
                  <a:lnTo>
                    <a:pt x="708989" y="166936"/>
                  </a:lnTo>
                  <a:lnTo>
                    <a:pt x="680479" y="130793"/>
                  </a:lnTo>
                  <a:lnTo>
                    <a:pt x="647970" y="98284"/>
                  </a:lnTo>
                  <a:lnTo>
                    <a:pt x="611827" y="69774"/>
                  </a:lnTo>
                  <a:lnTo>
                    <a:pt x="572415" y="45629"/>
                  </a:lnTo>
                  <a:lnTo>
                    <a:pt x="530099" y="26214"/>
                  </a:lnTo>
                  <a:lnTo>
                    <a:pt x="485245" y="11894"/>
                  </a:lnTo>
                  <a:lnTo>
                    <a:pt x="438217" y="3034"/>
                  </a:lnTo>
                  <a:lnTo>
                    <a:pt x="389381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54685" y="2142058"/>
              <a:ext cx="360045" cy="367030"/>
            </a:xfrm>
            <a:custGeom>
              <a:avLst/>
              <a:gdLst/>
              <a:ahLst/>
              <a:cxnLst/>
              <a:rect l="l" t="t" r="r" b="b"/>
              <a:pathLst>
                <a:path w="360045" h="367030">
                  <a:moveTo>
                    <a:pt x="217124" y="341630"/>
                  </a:moveTo>
                  <a:lnTo>
                    <a:pt x="142538" y="341629"/>
                  </a:lnTo>
                  <a:lnTo>
                    <a:pt x="144611" y="346709"/>
                  </a:lnTo>
                  <a:lnTo>
                    <a:pt x="147512" y="351789"/>
                  </a:lnTo>
                  <a:lnTo>
                    <a:pt x="187763" y="367030"/>
                  </a:lnTo>
                  <a:lnTo>
                    <a:pt x="195246" y="364490"/>
                  </a:lnTo>
                  <a:lnTo>
                    <a:pt x="217124" y="341630"/>
                  </a:lnTo>
                  <a:close/>
                </a:path>
                <a:path w="360045" h="367030">
                  <a:moveTo>
                    <a:pt x="179879" y="57150"/>
                  </a:moveTo>
                  <a:lnTo>
                    <a:pt x="132797" y="67309"/>
                  </a:lnTo>
                  <a:lnTo>
                    <a:pt x="92951" y="93979"/>
                  </a:lnTo>
                  <a:lnTo>
                    <a:pt x="66273" y="133349"/>
                  </a:lnTo>
                  <a:lnTo>
                    <a:pt x="57572" y="173989"/>
                  </a:lnTo>
                  <a:lnTo>
                    <a:pt x="57447" y="175259"/>
                  </a:lnTo>
                  <a:lnTo>
                    <a:pt x="57322" y="176529"/>
                  </a:lnTo>
                  <a:lnTo>
                    <a:pt x="57198" y="182879"/>
                  </a:lnTo>
                  <a:lnTo>
                    <a:pt x="59320" y="204469"/>
                  </a:lnTo>
                  <a:lnTo>
                    <a:pt x="77565" y="248919"/>
                  </a:lnTo>
                  <a:lnTo>
                    <a:pt x="108821" y="280669"/>
                  </a:lnTo>
                  <a:lnTo>
                    <a:pt x="108821" y="335279"/>
                  </a:lnTo>
                  <a:lnTo>
                    <a:pt x="115355" y="341629"/>
                  </a:lnTo>
                  <a:lnTo>
                    <a:pt x="244213" y="341630"/>
                  </a:lnTo>
                  <a:lnTo>
                    <a:pt x="248260" y="337820"/>
                  </a:lnTo>
                  <a:lnTo>
                    <a:pt x="176979" y="337819"/>
                  </a:lnTo>
                  <a:lnTo>
                    <a:pt x="174281" y="336549"/>
                  </a:lnTo>
                  <a:lnTo>
                    <a:pt x="172210" y="335279"/>
                  </a:lnTo>
                  <a:lnTo>
                    <a:pt x="170234" y="332739"/>
                  </a:lnTo>
                  <a:lnTo>
                    <a:pt x="169204" y="330199"/>
                  </a:lnTo>
                  <a:lnTo>
                    <a:pt x="169204" y="318769"/>
                  </a:lnTo>
                  <a:lnTo>
                    <a:pt x="162565" y="312419"/>
                  </a:lnTo>
                  <a:lnTo>
                    <a:pt x="138278" y="312419"/>
                  </a:lnTo>
                  <a:lnTo>
                    <a:pt x="138278" y="295909"/>
                  </a:lnTo>
                  <a:lnTo>
                    <a:pt x="250957" y="295910"/>
                  </a:lnTo>
                  <a:lnTo>
                    <a:pt x="250957" y="280670"/>
                  </a:lnTo>
                  <a:lnTo>
                    <a:pt x="256553" y="276860"/>
                  </a:lnTo>
                  <a:lnTo>
                    <a:pt x="259196" y="274320"/>
                  </a:lnTo>
                  <a:lnTo>
                    <a:pt x="179880" y="274319"/>
                  </a:lnTo>
                  <a:lnTo>
                    <a:pt x="167088" y="273049"/>
                  </a:lnTo>
                  <a:lnTo>
                    <a:pt x="154647" y="270509"/>
                  </a:lnTo>
                  <a:lnTo>
                    <a:pt x="142712" y="266699"/>
                  </a:lnTo>
                  <a:lnTo>
                    <a:pt x="131438" y="260349"/>
                  </a:lnTo>
                  <a:lnTo>
                    <a:pt x="130812" y="260349"/>
                  </a:lnTo>
                  <a:lnTo>
                    <a:pt x="102052" y="232409"/>
                  </a:lnTo>
                  <a:lnTo>
                    <a:pt x="86204" y="180339"/>
                  </a:lnTo>
                  <a:lnTo>
                    <a:pt x="87792" y="163829"/>
                  </a:lnTo>
                  <a:lnTo>
                    <a:pt x="87914" y="162559"/>
                  </a:lnTo>
                  <a:lnTo>
                    <a:pt x="113803" y="114299"/>
                  </a:lnTo>
                  <a:lnTo>
                    <a:pt x="161535" y="88899"/>
                  </a:lnTo>
                  <a:lnTo>
                    <a:pt x="179879" y="86360"/>
                  </a:lnTo>
                  <a:lnTo>
                    <a:pt x="258092" y="86360"/>
                  </a:lnTo>
                  <a:lnTo>
                    <a:pt x="248030" y="77470"/>
                  </a:lnTo>
                  <a:lnTo>
                    <a:pt x="226920" y="67310"/>
                  </a:lnTo>
                  <a:lnTo>
                    <a:pt x="203999" y="59690"/>
                  </a:lnTo>
                  <a:lnTo>
                    <a:pt x="179879" y="57150"/>
                  </a:lnTo>
                  <a:close/>
                </a:path>
                <a:path w="360045" h="367030">
                  <a:moveTo>
                    <a:pt x="250957" y="295910"/>
                  </a:moveTo>
                  <a:lnTo>
                    <a:pt x="221479" y="295910"/>
                  </a:lnTo>
                  <a:lnTo>
                    <a:pt x="221479" y="312420"/>
                  </a:lnTo>
                  <a:lnTo>
                    <a:pt x="197099" y="312420"/>
                  </a:lnTo>
                  <a:lnTo>
                    <a:pt x="190565" y="318770"/>
                  </a:lnTo>
                  <a:lnTo>
                    <a:pt x="190565" y="330200"/>
                  </a:lnTo>
                  <a:lnTo>
                    <a:pt x="189429" y="332740"/>
                  </a:lnTo>
                  <a:lnTo>
                    <a:pt x="187559" y="335280"/>
                  </a:lnTo>
                  <a:lnTo>
                    <a:pt x="187346" y="335280"/>
                  </a:lnTo>
                  <a:lnTo>
                    <a:pt x="185383" y="336550"/>
                  </a:lnTo>
                  <a:lnTo>
                    <a:pt x="182577" y="337819"/>
                  </a:lnTo>
                  <a:lnTo>
                    <a:pt x="248260" y="337820"/>
                  </a:lnTo>
                  <a:lnTo>
                    <a:pt x="250957" y="335280"/>
                  </a:lnTo>
                  <a:lnTo>
                    <a:pt x="250957" y="295910"/>
                  </a:lnTo>
                  <a:close/>
                </a:path>
                <a:path w="360045" h="367030">
                  <a:moveTo>
                    <a:pt x="221479" y="295910"/>
                  </a:moveTo>
                  <a:lnTo>
                    <a:pt x="138278" y="295909"/>
                  </a:lnTo>
                  <a:lnTo>
                    <a:pt x="158729" y="300989"/>
                  </a:lnTo>
                  <a:lnTo>
                    <a:pt x="179880" y="303529"/>
                  </a:lnTo>
                  <a:lnTo>
                    <a:pt x="201030" y="300990"/>
                  </a:lnTo>
                  <a:lnTo>
                    <a:pt x="221479" y="295910"/>
                  </a:lnTo>
                  <a:close/>
                </a:path>
                <a:path w="360045" h="367030">
                  <a:moveTo>
                    <a:pt x="55908" y="241299"/>
                  </a:moveTo>
                  <a:lnTo>
                    <a:pt x="27386" y="257809"/>
                  </a:lnTo>
                  <a:lnTo>
                    <a:pt x="23232" y="260349"/>
                  </a:lnTo>
                  <a:lnTo>
                    <a:pt x="21883" y="265429"/>
                  </a:lnTo>
                  <a:lnTo>
                    <a:pt x="24167" y="270509"/>
                  </a:lnTo>
                  <a:lnTo>
                    <a:pt x="26663" y="274319"/>
                  </a:lnTo>
                  <a:lnTo>
                    <a:pt x="31846" y="275589"/>
                  </a:lnTo>
                  <a:lnTo>
                    <a:pt x="60275" y="259079"/>
                  </a:lnTo>
                  <a:lnTo>
                    <a:pt x="64417" y="256539"/>
                  </a:lnTo>
                  <a:lnTo>
                    <a:pt x="65873" y="251459"/>
                  </a:lnTo>
                  <a:lnTo>
                    <a:pt x="63587" y="247649"/>
                  </a:lnTo>
                  <a:lnTo>
                    <a:pt x="61102" y="243839"/>
                  </a:lnTo>
                  <a:lnTo>
                    <a:pt x="55908" y="241299"/>
                  </a:lnTo>
                  <a:close/>
                </a:path>
                <a:path w="360045" h="367030">
                  <a:moveTo>
                    <a:pt x="303859" y="241300"/>
                  </a:moveTo>
                  <a:lnTo>
                    <a:pt x="298669" y="243840"/>
                  </a:lnTo>
                  <a:lnTo>
                    <a:pt x="296182" y="247650"/>
                  </a:lnTo>
                  <a:lnTo>
                    <a:pt x="293790" y="251460"/>
                  </a:lnTo>
                  <a:lnTo>
                    <a:pt x="295345" y="256540"/>
                  </a:lnTo>
                  <a:lnTo>
                    <a:pt x="299387" y="259080"/>
                  </a:lnTo>
                  <a:lnTo>
                    <a:pt x="323685" y="273050"/>
                  </a:lnTo>
                  <a:lnTo>
                    <a:pt x="327918" y="275590"/>
                  </a:lnTo>
                  <a:lnTo>
                    <a:pt x="333108" y="274320"/>
                  </a:lnTo>
                  <a:lnTo>
                    <a:pt x="335595" y="270510"/>
                  </a:lnTo>
                  <a:lnTo>
                    <a:pt x="337867" y="265430"/>
                  </a:lnTo>
                  <a:lnTo>
                    <a:pt x="336528" y="260350"/>
                  </a:lnTo>
                  <a:lnTo>
                    <a:pt x="332271" y="257810"/>
                  </a:lnTo>
                  <a:lnTo>
                    <a:pt x="303859" y="241300"/>
                  </a:lnTo>
                  <a:close/>
                </a:path>
                <a:path w="360045" h="367030">
                  <a:moveTo>
                    <a:pt x="258092" y="86360"/>
                  </a:moveTo>
                  <a:lnTo>
                    <a:pt x="179879" y="86360"/>
                  </a:lnTo>
                  <a:lnTo>
                    <a:pt x="198230" y="88900"/>
                  </a:lnTo>
                  <a:lnTo>
                    <a:pt x="215646" y="93980"/>
                  </a:lnTo>
                  <a:lnTo>
                    <a:pt x="257683" y="128270"/>
                  </a:lnTo>
                  <a:lnTo>
                    <a:pt x="272743" y="173990"/>
                  </a:lnTo>
                  <a:lnTo>
                    <a:pt x="272863" y="175260"/>
                  </a:lnTo>
                  <a:lnTo>
                    <a:pt x="272983" y="176530"/>
                  </a:lnTo>
                  <a:lnTo>
                    <a:pt x="273103" y="177800"/>
                  </a:lnTo>
                  <a:lnTo>
                    <a:pt x="273222" y="179070"/>
                  </a:lnTo>
                  <a:lnTo>
                    <a:pt x="257683" y="232410"/>
                  </a:lnTo>
                  <a:lnTo>
                    <a:pt x="228957" y="260350"/>
                  </a:lnTo>
                  <a:lnTo>
                    <a:pt x="228330" y="260350"/>
                  </a:lnTo>
                  <a:lnTo>
                    <a:pt x="217042" y="266700"/>
                  </a:lnTo>
                  <a:lnTo>
                    <a:pt x="205081" y="270510"/>
                  </a:lnTo>
                  <a:lnTo>
                    <a:pt x="192632" y="273050"/>
                  </a:lnTo>
                  <a:lnTo>
                    <a:pt x="179880" y="274319"/>
                  </a:lnTo>
                  <a:lnTo>
                    <a:pt x="259196" y="274320"/>
                  </a:lnTo>
                  <a:lnTo>
                    <a:pt x="293491" y="227330"/>
                  </a:lnTo>
                  <a:lnTo>
                    <a:pt x="302580" y="182880"/>
                  </a:lnTo>
                  <a:lnTo>
                    <a:pt x="302456" y="176530"/>
                  </a:lnTo>
                  <a:lnTo>
                    <a:pt x="300457" y="156210"/>
                  </a:lnTo>
                  <a:lnTo>
                    <a:pt x="293491" y="133350"/>
                  </a:lnTo>
                  <a:lnTo>
                    <a:pt x="282167" y="111760"/>
                  </a:lnTo>
                  <a:lnTo>
                    <a:pt x="266717" y="93980"/>
                  </a:lnTo>
                  <a:lnTo>
                    <a:pt x="258092" y="86360"/>
                  </a:lnTo>
                  <a:close/>
                </a:path>
                <a:path w="360045" h="367030">
                  <a:moveTo>
                    <a:pt x="41599" y="171449"/>
                  </a:moveTo>
                  <a:lnTo>
                    <a:pt x="4047" y="171449"/>
                  </a:lnTo>
                  <a:lnTo>
                    <a:pt x="0" y="175259"/>
                  </a:lnTo>
                  <a:lnTo>
                    <a:pt x="0" y="185419"/>
                  </a:lnTo>
                  <a:lnTo>
                    <a:pt x="4047" y="189229"/>
                  </a:lnTo>
                  <a:lnTo>
                    <a:pt x="41599" y="189229"/>
                  </a:lnTo>
                  <a:lnTo>
                    <a:pt x="45540" y="185419"/>
                  </a:lnTo>
                  <a:lnTo>
                    <a:pt x="45540" y="175259"/>
                  </a:lnTo>
                  <a:lnTo>
                    <a:pt x="41599" y="171449"/>
                  </a:lnTo>
                  <a:close/>
                </a:path>
                <a:path w="360045" h="367030">
                  <a:moveTo>
                    <a:pt x="355732" y="171450"/>
                  </a:moveTo>
                  <a:lnTo>
                    <a:pt x="318160" y="171450"/>
                  </a:lnTo>
                  <a:lnTo>
                    <a:pt x="314119" y="175260"/>
                  </a:lnTo>
                  <a:lnTo>
                    <a:pt x="314119" y="185420"/>
                  </a:lnTo>
                  <a:lnTo>
                    <a:pt x="318160" y="189230"/>
                  </a:lnTo>
                  <a:lnTo>
                    <a:pt x="355732" y="189230"/>
                  </a:lnTo>
                  <a:lnTo>
                    <a:pt x="359654" y="185420"/>
                  </a:lnTo>
                  <a:lnTo>
                    <a:pt x="359654" y="175260"/>
                  </a:lnTo>
                  <a:lnTo>
                    <a:pt x="355732" y="171450"/>
                  </a:lnTo>
                  <a:close/>
                </a:path>
                <a:path w="360045" h="367030">
                  <a:moveTo>
                    <a:pt x="161108" y="158749"/>
                  </a:moveTo>
                  <a:lnTo>
                    <a:pt x="124799" y="171449"/>
                  </a:lnTo>
                  <a:lnTo>
                    <a:pt x="121475" y="173989"/>
                  </a:lnTo>
                  <a:lnTo>
                    <a:pt x="121475" y="180339"/>
                  </a:lnTo>
                  <a:lnTo>
                    <a:pt x="124799" y="182879"/>
                  </a:lnTo>
                  <a:lnTo>
                    <a:pt x="128327" y="186689"/>
                  </a:lnTo>
                  <a:lnTo>
                    <a:pt x="133722" y="186689"/>
                  </a:lnTo>
                  <a:lnTo>
                    <a:pt x="139627" y="181609"/>
                  </a:lnTo>
                  <a:lnTo>
                    <a:pt x="142432" y="179069"/>
                  </a:lnTo>
                  <a:lnTo>
                    <a:pt x="148660" y="176529"/>
                  </a:lnTo>
                  <a:lnTo>
                    <a:pt x="238282" y="176530"/>
                  </a:lnTo>
                  <a:lnTo>
                    <a:pt x="238282" y="173990"/>
                  </a:lnTo>
                  <a:lnTo>
                    <a:pt x="234862" y="171450"/>
                  </a:lnTo>
                  <a:lnTo>
                    <a:pt x="231028" y="166370"/>
                  </a:lnTo>
                  <a:lnTo>
                    <a:pt x="179880" y="166370"/>
                  </a:lnTo>
                  <a:lnTo>
                    <a:pt x="177287" y="163829"/>
                  </a:lnTo>
                  <a:lnTo>
                    <a:pt x="174802" y="162559"/>
                  </a:lnTo>
                  <a:lnTo>
                    <a:pt x="171997" y="161289"/>
                  </a:lnTo>
                  <a:lnTo>
                    <a:pt x="166707" y="160019"/>
                  </a:lnTo>
                  <a:lnTo>
                    <a:pt x="161108" y="158749"/>
                  </a:lnTo>
                  <a:close/>
                </a:path>
                <a:path w="360045" h="367030">
                  <a:moveTo>
                    <a:pt x="197525" y="176530"/>
                  </a:moveTo>
                  <a:lnTo>
                    <a:pt x="162139" y="176529"/>
                  </a:lnTo>
                  <a:lnTo>
                    <a:pt x="168364" y="179069"/>
                  </a:lnTo>
                  <a:lnTo>
                    <a:pt x="171275" y="181609"/>
                  </a:lnTo>
                  <a:lnTo>
                    <a:pt x="173759" y="182879"/>
                  </a:lnTo>
                  <a:lnTo>
                    <a:pt x="177086" y="186689"/>
                  </a:lnTo>
                  <a:lnTo>
                    <a:pt x="182577" y="186690"/>
                  </a:lnTo>
                  <a:lnTo>
                    <a:pt x="186009" y="182880"/>
                  </a:lnTo>
                  <a:lnTo>
                    <a:pt x="188494" y="181610"/>
                  </a:lnTo>
                  <a:lnTo>
                    <a:pt x="191395" y="179070"/>
                  </a:lnTo>
                  <a:lnTo>
                    <a:pt x="194413" y="177800"/>
                  </a:lnTo>
                  <a:lnTo>
                    <a:pt x="197525" y="176530"/>
                  </a:lnTo>
                  <a:close/>
                </a:path>
                <a:path w="360045" h="367030">
                  <a:moveTo>
                    <a:pt x="238282" y="176530"/>
                  </a:moveTo>
                  <a:lnTo>
                    <a:pt x="211111" y="176530"/>
                  </a:lnTo>
                  <a:lnTo>
                    <a:pt x="214120" y="177800"/>
                  </a:lnTo>
                  <a:lnTo>
                    <a:pt x="217231" y="179070"/>
                  </a:lnTo>
                  <a:lnTo>
                    <a:pt x="220237" y="181610"/>
                  </a:lnTo>
                  <a:lnTo>
                    <a:pt x="222521" y="182880"/>
                  </a:lnTo>
                  <a:lnTo>
                    <a:pt x="225846" y="186690"/>
                  </a:lnTo>
                  <a:lnTo>
                    <a:pt x="231444" y="186690"/>
                  </a:lnTo>
                  <a:lnTo>
                    <a:pt x="234862" y="182880"/>
                  </a:lnTo>
                  <a:lnTo>
                    <a:pt x="238282" y="180340"/>
                  </a:lnTo>
                  <a:lnTo>
                    <a:pt x="238282" y="176530"/>
                  </a:lnTo>
                  <a:close/>
                </a:path>
                <a:path w="360045" h="367030">
                  <a:moveTo>
                    <a:pt x="209963" y="158750"/>
                  </a:moveTo>
                  <a:lnTo>
                    <a:pt x="198661" y="158750"/>
                  </a:lnTo>
                  <a:lnTo>
                    <a:pt x="187666" y="161290"/>
                  </a:lnTo>
                  <a:lnTo>
                    <a:pt x="182269" y="163830"/>
                  </a:lnTo>
                  <a:lnTo>
                    <a:pt x="179880" y="166370"/>
                  </a:lnTo>
                  <a:lnTo>
                    <a:pt x="231028" y="166370"/>
                  </a:lnTo>
                  <a:lnTo>
                    <a:pt x="226046" y="163830"/>
                  </a:lnTo>
                  <a:lnTo>
                    <a:pt x="215679" y="160020"/>
                  </a:lnTo>
                  <a:lnTo>
                    <a:pt x="209963" y="158750"/>
                  </a:lnTo>
                  <a:close/>
                </a:path>
                <a:path w="360045" h="367030">
                  <a:moveTo>
                    <a:pt x="32049" y="85089"/>
                  </a:moveTo>
                  <a:lnTo>
                    <a:pt x="26663" y="86359"/>
                  </a:lnTo>
                  <a:lnTo>
                    <a:pt x="21682" y="93979"/>
                  </a:lnTo>
                  <a:lnTo>
                    <a:pt x="23136" y="100329"/>
                  </a:lnTo>
                  <a:lnTo>
                    <a:pt x="51552" y="116839"/>
                  </a:lnTo>
                  <a:lnTo>
                    <a:pt x="55707" y="118109"/>
                  </a:lnTo>
                  <a:lnTo>
                    <a:pt x="61102" y="116839"/>
                  </a:lnTo>
                  <a:lnTo>
                    <a:pt x="66074" y="109219"/>
                  </a:lnTo>
                  <a:lnTo>
                    <a:pt x="64630" y="104139"/>
                  </a:lnTo>
                  <a:lnTo>
                    <a:pt x="60370" y="101599"/>
                  </a:lnTo>
                  <a:lnTo>
                    <a:pt x="36203" y="87629"/>
                  </a:lnTo>
                  <a:lnTo>
                    <a:pt x="32049" y="85089"/>
                  </a:lnTo>
                  <a:close/>
                </a:path>
                <a:path w="360045" h="367030">
                  <a:moveTo>
                    <a:pt x="327918" y="85090"/>
                  </a:moveTo>
                  <a:lnTo>
                    <a:pt x="323685" y="87630"/>
                  </a:lnTo>
                  <a:lnTo>
                    <a:pt x="299386" y="101600"/>
                  </a:lnTo>
                  <a:lnTo>
                    <a:pt x="295345" y="104140"/>
                  </a:lnTo>
                  <a:lnTo>
                    <a:pt x="293790" y="109220"/>
                  </a:lnTo>
                  <a:lnTo>
                    <a:pt x="296182" y="113030"/>
                  </a:lnTo>
                  <a:lnTo>
                    <a:pt x="298669" y="116840"/>
                  </a:lnTo>
                  <a:lnTo>
                    <a:pt x="303859" y="118110"/>
                  </a:lnTo>
                  <a:lnTo>
                    <a:pt x="308211" y="116840"/>
                  </a:lnTo>
                  <a:lnTo>
                    <a:pt x="332271" y="102870"/>
                  </a:lnTo>
                  <a:lnTo>
                    <a:pt x="336527" y="100330"/>
                  </a:lnTo>
                  <a:lnTo>
                    <a:pt x="337867" y="93980"/>
                  </a:lnTo>
                  <a:lnTo>
                    <a:pt x="335595" y="90170"/>
                  </a:lnTo>
                  <a:lnTo>
                    <a:pt x="333108" y="86360"/>
                  </a:lnTo>
                  <a:lnTo>
                    <a:pt x="327918" y="85090"/>
                  </a:lnTo>
                  <a:close/>
                </a:path>
                <a:path w="360045" h="367030">
                  <a:moveTo>
                    <a:pt x="94089" y="21589"/>
                  </a:moveTo>
                  <a:lnTo>
                    <a:pt x="85790" y="26669"/>
                  </a:lnTo>
                  <a:lnTo>
                    <a:pt x="84336" y="31749"/>
                  </a:lnTo>
                  <a:lnTo>
                    <a:pt x="86833" y="36829"/>
                  </a:lnTo>
                  <a:lnTo>
                    <a:pt x="100728" y="60959"/>
                  </a:lnTo>
                  <a:lnTo>
                    <a:pt x="103222" y="64769"/>
                  </a:lnTo>
                  <a:lnTo>
                    <a:pt x="108608" y="66039"/>
                  </a:lnTo>
                  <a:lnTo>
                    <a:pt x="112552" y="63499"/>
                  </a:lnTo>
                  <a:lnTo>
                    <a:pt x="116916" y="62229"/>
                  </a:lnTo>
                  <a:lnTo>
                    <a:pt x="118361" y="55879"/>
                  </a:lnTo>
                  <a:lnTo>
                    <a:pt x="115874" y="52069"/>
                  </a:lnTo>
                  <a:lnTo>
                    <a:pt x="101969" y="27939"/>
                  </a:lnTo>
                  <a:lnTo>
                    <a:pt x="99484" y="24129"/>
                  </a:lnTo>
                  <a:lnTo>
                    <a:pt x="94089" y="21589"/>
                  </a:lnTo>
                  <a:close/>
                </a:path>
                <a:path w="360045" h="367030">
                  <a:moveTo>
                    <a:pt x="265689" y="21590"/>
                  </a:moveTo>
                  <a:lnTo>
                    <a:pt x="260284" y="24130"/>
                  </a:lnTo>
                  <a:lnTo>
                    <a:pt x="257797" y="27940"/>
                  </a:lnTo>
                  <a:lnTo>
                    <a:pt x="243902" y="52070"/>
                  </a:lnTo>
                  <a:lnTo>
                    <a:pt x="241391" y="55880"/>
                  </a:lnTo>
                  <a:lnTo>
                    <a:pt x="242850" y="62230"/>
                  </a:lnTo>
                  <a:lnTo>
                    <a:pt x="247011" y="63500"/>
                  </a:lnTo>
                  <a:lnTo>
                    <a:pt x="251148" y="66040"/>
                  </a:lnTo>
                  <a:lnTo>
                    <a:pt x="256553" y="64770"/>
                  </a:lnTo>
                  <a:lnTo>
                    <a:pt x="258945" y="60960"/>
                  </a:lnTo>
                  <a:lnTo>
                    <a:pt x="275423" y="31750"/>
                  </a:lnTo>
                  <a:lnTo>
                    <a:pt x="273868" y="26670"/>
                  </a:lnTo>
                  <a:lnTo>
                    <a:pt x="269731" y="24130"/>
                  </a:lnTo>
                  <a:lnTo>
                    <a:pt x="265689" y="21590"/>
                  </a:lnTo>
                  <a:close/>
                </a:path>
                <a:path w="360045" h="367030">
                  <a:moveTo>
                    <a:pt x="184660" y="0"/>
                  </a:moveTo>
                  <a:lnTo>
                    <a:pt x="175003" y="0"/>
                  </a:lnTo>
                  <a:lnTo>
                    <a:pt x="171062" y="3809"/>
                  </a:lnTo>
                  <a:lnTo>
                    <a:pt x="171062" y="41909"/>
                  </a:lnTo>
                  <a:lnTo>
                    <a:pt x="175003" y="45719"/>
                  </a:lnTo>
                  <a:lnTo>
                    <a:pt x="184660" y="45720"/>
                  </a:lnTo>
                  <a:lnTo>
                    <a:pt x="188697" y="41910"/>
                  </a:lnTo>
                  <a:lnTo>
                    <a:pt x="188697" y="3810"/>
                  </a:lnTo>
                  <a:lnTo>
                    <a:pt x="184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5855" y="1950719"/>
              <a:ext cx="780415" cy="779145"/>
            </a:xfrm>
            <a:custGeom>
              <a:avLst/>
              <a:gdLst/>
              <a:ahLst/>
              <a:cxnLst/>
              <a:rect l="l" t="t" r="r" b="b"/>
              <a:pathLst>
                <a:path w="780414" h="779144">
                  <a:moveTo>
                    <a:pt x="390144" y="0"/>
                  </a:moveTo>
                  <a:lnTo>
                    <a:pt x="341195" y="3034"/>
                  </a:lnTo>
                  <a:lnTo>
                    <a:pt x="294064" y="11894"/>
                  </a:lnTo>
                  <a:lnTo>
                    <a:pt x="249115" y="26214"/>
                  </a:lnTo>
                  <a:lnTo>
                    <a:pt x="206713" y="45629"/>
                  </a:lnTo>
                  <a:lnTo>
                    <a:pt x="167225" y="69774"/>
                  </a:lnTo>
                  <a:lnTo>
                    <a:pt x="131014" y="98284"/>
                  </a:lnTo>
                  <a:lnTo>
                    <a:pt x="98446" y="130793"/>
                  </a:lnTo>
                  <a:lnTo>
                    <a:pt x="69887" y="166936"/>
                  </a:lnTo>
                  <a:lnTo>
                    <a:pt x="45701" y="206348"/>
                  </a:lnTo>
                  <a:lnTo>
                    <a:pt x="26255" y="248664"/>
                  </a:lnTo>
                  <a:lnTo>
                    <a:pt x="11912" y="293518"/>
                  </a:lnTo>
                  <a:lnTo>
                    <a:pt x="3038" y="340546"/>
                  </a:lnTo>
                  <a:lnTo>
                    <a:pt x="0" y="389381"/>
                  </a:lnTo>
                  <a:lnTo>
                    <a:pt x="3038" y="438217"/>
                  </a:lnTo>
                  <a:lnTo>
                    <a:pt x="11912" y="485245"/>
                  </a:lnTo>
                  <a:lnTo>
                    <a:pt x="26255" y="530099"/>
                  </a:lnTo>
                  <a:lnTo>
                    <a:pt x="45701" y="572415"/>
                  </a:lnTo>
                  <a:lnTo>
                    <a:pt x="69887" y="611827"/>
                  </a:lnTo>
                  <a:lnTo>
                    <a:pt x="98446" y="647970"/>
                  </a:lnTo>
                  <a:lnTo>
                    <a:pt x="131014" y="680479"/>
                  </a:lnTo>
                  <a:lnTo>
                    <a:pt x="167225" y="708989"/>
                  </a:lnTo>
                  <a:lnTo>
                    <a:pt x="206713" y="733134"/>
                  </a:lnTo>
                  <a:lnTo>
                    <a:pt x="249115" y="752549"/>
                  </a:lnTo>
                  <a:lnTo>
                    <a:pt x="294064" y="766869"/>
                  </a:lnTo>
                  <a:lnTo>
                    <a:pt x="341195" y="775729"/>
                  </a:lnTo>
                  <a:lnTo>
                    <a:pt x="390144" y="778763"/>
                  </a:lnTo>
                  <a:lnTo>
                    <a:pt x="439092" y="775729"/>
                  </a:lnTo>
                  <a:lnTo>
                    <a:pt x="486223" y="766869"/>
                  </a:lnTo>
                  <a:lnTo>
                    <a:pt x="531172" y="752549"/>
                  </a:lnTo>
                  <a:lnTo>
                    <a:pt x="573574" y="733134"/>
                  </a:lnTo>
                  <a:lnTo>
                    <a:pt x="613062" y="708989"/>
                  </a:lnTo>
                  <a:lnTo>
                    <a:pt x="649273" y="680479"/>
                  </a:lnTo>
                  <a:lnTo>
                    <a:pt x="681841" y="647970"/>
                  </a:lnTo>
                  <a:lnTo>
                    <a:pt x="710400" y="611827"/>
                  </a:lnTo>
                  <a:lnTo>
                    <a:pt x="734586" y="572415"/>
                  </a:lnTo>
                  <a:lnTo>
                    <a:pt x="754032" y="530099"/>
                  </a:lnTo>
                  <a:lnTo>
                    <a:pt x="768375" y="485245"/>
                  </a:lnTo>
                  <a:lnTo>
                    <a:pt x="777249" y="438217"/>
                  </a:lnTo>
                  <a:lnTo>
                    <a:pt x="780288" y="389381"/>
                  </a:lnTo>
                  <a:lnTo>
                    <a:pt x="777249" y="340546"/>
                  </a:lnTo>
                  <a:lnTo>
                    <a:pt x="768375" y="293518"/>
                  </a:lnTo>
                  <a:lnTo>
                    <a:pt x="754032" y="248664"/>
                  </a:lnTo>
                  <a:lnTo>
                    <a:pt x="734586" y="206348"/>
                  </a:lnTo>
                  <a:lnTo>
                    <a:pt x="710400" y="166936"/>
                  </a:lnTo>
                  <a:lnTo>
                    <a:pt x="681841" y="130793"/>
                  </a:lnTo>
                  <a:lnTo>
                    <a:pt x="649273" y="98284"/>
                  </a:lnTo>
                  <a:lnTo>
                    <a:pt x="613062" y="69774"/>
                  </a:lnTo>
                  <a:lnTo>
                    <a:pt x="573574" y="45629"/>
                  </a:lnTo>
                  <a:lnTo>
                    <a:pt x="531172" y="26214"/>
                  </a:lnTo>
                  <a:lnTo>
                    <a:pt x="486223" y="11894"/>
                  </a:lnTo>
                  <a:lnTo>
                    <a:pt x="439092" y="3034"/>
                  </a:lnTo>
                  <a:lnTo>
                    <a:pt x="390144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12897" y="2160346"/>
              <a:ext cx="360045" cy="367030"/>
            </a:xfrm>
            <a:custGeom>
              <a:avLst/>
              <a:gdLst/>
              <a:ahLst/>
              <a:cxnLst/>
              <a:rect l="l" t="t" r="r" b="b"/>
              <a:pathLst>
                <a:path w="360045" h="367030">
                  <a:moveTo>
                    <a:pt x="217124" y="341630"/>
                  </a:moveTo>
                  <a:lnTo>
                    <a:pt x="142538" y="341629"/>
                  </a:lnTo>
                  <a:lnTo>
                    <a:pt x="144611" y="346709"/>
                  </a:lnTo>
                  <a:lnTo>
                    <a:pt x="147512" y="351789"/>
                  </a:lnTo>
                  <a:lnTo>
                    <a:pt x="187763" y="367030"/>
                  </a:lnTo>
                  <a:lnTo>
                    <a:pt x="195247" y="364490"/>
                  </a:lnTo>
                  <a:lnTo>
                    <a:pt x="217124" y="341630"/>
                  </a:lnTo>
                  <a:close/>
                </a:path>
                <a:path w="360045" h="367030">
                  <a:moveTo>
                    <a:pt x="179879" y="57150"/>
                  </a:moveTo>
                  <a:lnTo>
                    <a:pt x="132797" y="67309"/>
                  </a:lnTo>
                  <a:lnTo>
                    <a:pt x="92950" y="93979"/>
                  </a:lnTo>
                  <a:lnTo>
                    <a:pt x="66273" y="133349"/>
                  </a:lnTo>
                  <a:lnTo>
                    <a:pt x="57572" y="173989"/>
                  </a:lnTo>
                  <a:lnTo>
                    <a:pt x="57447" y="175259"/>
                  </a:lnTo>
                  <a:lnTo>
                    <a:pt x="57322" y="176529"/>
                  </a:lnTo>
                  <a:lnTo>
                    <a:pt x="66273" y="227329"/>
                  </a:lnTo>
                  <a:lnTo>
                    <a:pt x="92951" y="266699"/>
                  </a:lnTo>
                  <a:lnTo>
                    <a:pt x="108821" y="280669"/>
                  </a:lnTo>
                  <a:lnTo>
                    <a:pt x="108821" y="335279"/>
                  </a:lnTo>
                  <a:lnTo>
                    <a:pt x="115355" y="341629"/>
                  </a:lnTo>
                  <a:lnTo>
                    <a:pt x="244213" y="341630"/>
                  </a:lnTo>
                  <a:lnTo>
                    <a:pt x="248260" y="337820"/>
                  </a:lnTo>
                  <a:lnTo>
                    <a:pt x="176979" y="337819"/>
                  </a:lnTo>
                  <a:lnTo>
                    <a:pt x="174281" y="336549"/>
                  </a:lnTo>
                  <a:lnTo>
                    <a:pt x="172210" y="335279"/>
                  </a:lnTo>
                  <a:lnTo>
                    <a:pt x="170235" y="332739"/>
                  </a:lnTo>
                  <a:lnTo>
                    <a:pt x="169204" y="330199"/>
                  </a:lnTo>
                  <a:lnTo>
                    <a:pt x="169204" y="318769"/>
                  </a:lnTo>
                  <a:lnTo>
                    <a:pt x="162565" y="312419"/>
                  </a:lnTo>
                  <a:lnTo>
                    <a:pt x="138278" y="312419"/>
                  </a:lnTo>
                  <a:lnTo>
                    <a:pt x="138278" y="295909"/>
                  </a:lnTo>
                  <a:lnTo>
                    <a:pt x="250957" y="295910"/>
                  </a:lnTo>
                  <a:lnTo>
                    <a:pt x="250957" y="280670"/>
                  </a:lnTo>
                  <a:lnTo>
                    <a:pt x="256554" y="276860"/>
                  </a:lnTo>
                  <a:lnTo>
                    <a:pt x="259196" y="274320"/>
                  </a:lnTo>
                  <a:lnTo>
                    <a:pt x="179880" y="274319"/>
                  </a:lnTo>
                  <a:lnTo>
                    <a:pt x="167088" y="273049"/>
                  </a:lnTo>
                  <a:lnTo>
                    <a:pt x="154647" y="270509"/>
                  </a:lnTo>
                  <a:lnTo>
                    <a:pt x="142712" y="266699"/>
                  </a:lnTo>
                  <a:lnTo>
                    <a:pt x="131438" y="260349"/>
                  </a:lnTo>
                  <a:lnTo>
                    <a:pt x="130812" y="260349"/>
                  </a:lnTo>
                  <a:lnTo>
                    <a:pt x="102052" y="232409"/>
                  </a:lnTo>
                  <a:lnTo>
                    <a:pt x="86204" y="180339"/>
                  </a:lnTo>
                  <a:lnTo>
                    <a:pt x="87792" y="163829"/>
                  </a:lnTo>
                  <a:lnTo>
                    <a:pt x="102051" y="128269"/>
                  </a:lnTo>
                  <a:lnTo>
                    <a:pt x="144121" y="93979"/>
                  </a:lnTo>
                  <a:lnTo>
                    <a:pt x="179879" y="86360"/>
                  </a:lnTo>
                  <a:lnTo>
                    <a:pt x="258092" y="86360"/>
                  </a:lnTo>
                  <a:lnTo>
                    <a:pt x="248030" y="77470"/>
                  </a:lnTo>
                  <a:lnTo>
                    <a:pt x="226920" y="67310"/>
                  </a:lnTo>
                  <a:lnTo>
                    <a:pt x="203999" y="59690"/>
                  </a:lnTo>
                  <a:lnTo>
                    <a:pt x="179879" y="57150"/>
                  </a:lnTo>
                  <a:close/>
                </a:path>
                <a:path w="360045" h="367030">
                  <a:moveTo>
                    <a:pt x="250957" y="295910"/>
                  </a:moveTo>
                  <a:lnTo>
                    <a:pt x="221479" y="295910"/>
                  </a:lnTo>
                  <a:lnTo>
                    <a:pt x="221479" y="312420"/>
                  </a:lnTo>
                  <a:lnTo>
                    <a:pt x="197099" y="312420"/>
                  </a:lnTo>
                  <a:lnTo>
                    <a:pt x="190565" y="318770"/>
                  </a:lnTo>
                  <a:lnTo>
                    <a:pt x="190565" y="330200"/>
                  </a:lnTo>
                  <a:lnTo>
                    <a:pt x="189429" y="332740"/>
                  </a:lnTo>
                  <a:lnTo>
                    <a:pt x="187559" y="335280"/>
                  </a:lnTo>
                  <a:lnTo>
                    <a:pt x="187346" y="335280"/>
                  </a:lnTo>
                  <a:lnTo>
                    <a:pt x="185383" y="336550"/>
                  </a:lnTo>
                  <a:lnTo>
                    <a:pt x="182578" y="337819"/>
                  </a:lnTo>
                  <a:lnTo>
                    <a:pt x="248260" y="337820"/>
                  </a:lnTo>
                  <a:lnTo>
                    <a:pt x="250957" y="335280"/>
                  </a:lnTo>
                  <a:lnTo>
                    <a:pt x="250957" y="295910"/>
                  </a:lnTo>
                  <a:close/>
                </a:path>
                <a:path w="360045" h="367030">
                  <a:moveTo>
                    <a:pt x="221479" y="295910"/>
                  </a:moveTo>
                  <a:lnTo>
                    <a:pt x="138278" y="295909"/>
                  </a:lnTo>
                  <a:lnTo>
                    <a:pt x="158729" y="300989"/>
                  </a:lnTo>
                  <a:lnTo>
                    <a:pt x="179880" y="303529"/>
                  </a:lnTo>
                  <a:lnTo>
                    <a:pt x="201030" y="300990"/>
                  </a:lnTo>
                  <a:lnTo>
                    <a:pt x="221479" y="295910"/>
                  </a:lnTo>
                  <a:close/>
                </a:path>
                <a:path w="360045" h="367030">
                  <a:moveTo>
                    <a:pt x="55908" y="241299"/>
                  </a:moveTo>
                  <a:lnTo>
                    <a:pt x="27386" y="257809"/>
                  </a:lnTo>
                  <a:lnTo>
                    <a:pt x="23232" y="260349"/>
                  </a:lnTo>
                  <a:lnTo>
                    <a:pt x="21883" y="265429"/>
                  </a:lnTo>
                  <a:lnTo>
                    <a:pt x="24167" y="270509"/>
                  </a:lnTo>
                  <a:lnTo>
                    <a:pt x="26664" y="274319"/>
                  </a:lnTo>
                  <a:lnTo>
                    <a:pt x="31846" y="275589"/>
                  </a:lnTo>
                  <a:lnTo>
                    <a:pt x="60275" y="259079"/>
                  </a:lnTo>
                  <a:lnTo>
                    <a:pt x="64417" y="256539"/>
                  </a:lnTo>
                  <a:lnTo>
                    <a:pt x="65873" y="251459"/>
                  </a:lnTo>
                  <a:lnTo>
                    <a:pt x="63587" y="247649"/>
                  </a:lnTo>
                  <a:lnTo>
                    <a:pt x="61102" y="243839"/>
                  </a:lnTo>
                  <a:lnTo>
                    <a:pt x="55908" y="241299"/>
                  </a:lnTo>
                  <a:close/>
                </a:path>
                <a:path w="360045" h="367030">
                  <a:moveTo>
                    <a:pt x="303859" y="241300"/>
                  </a:moveTo>
                  <a:lnTo>
                    <a:pt x="298669" y="243840"/>
                  </a:lnTo>
                  <a:lnTo>
                    <a:pt x="296182" y="247650"/>
                  </a:lnTo>
                  <a:lnTo>
                    <a:pt x="293790" y="251460"/>
                  </a:lnTo>
                  <a:lnTo>
                    <a:pt x="295345" y="256540"/>
                  </a:lnTo>
                  <a:lnTo>
                    <a:pt x="299387" y="259080"/>
                  </a:lnTo>
                  <a:lnTo>
                    <a:pt x="323685" y="273050"/>
                  </a:lnTo>
                  <a:lnTo>
                    <a:pt x="327918" y="275590"/>
                  </a:lnTo>
                  <a:lnTo>
                    <a:pt x="333108" y="274320"/>
                  </a:lnTo>
                  <a:lnTo>
                    <a:pt x="335595" y="270510"/>
                  </a:lnTo>
                  <a:lnTo>
                    <a:pt x="337867" y="265430"/>
                  </a:lnTo>
                  <a:lnTo>
                    <a:pt x="336528" y="260350"/>
                  </a:lnTo>
                  <a:lnTo>
                    <a:pt x="332271" y="257810"/>
                  </a:lnTo>
                  <a:lnTo>
                    <a:pt x="303859" y="241300"/>
                  </a:lnTo>
                  <a:close/>
                </a:path>
                <a:path w="360045" h="367030">
                  <a:moveTo>
                    <a:pt x="258092" y="86360"/>
                  </a:moveTo>
                  <a:lnTo>
                    <a:pt x="179879" y="86360"/>
                  </a:lnTo>
                  <a:lnTo>
                    <a:pt x="198230" y="88900"/>
                  </a:lnTo>
                  <a:lnTo>
                    <a:pt x="215646" y="93980"/>
                  </a:lnTo>
                  <a:lnTo>
                    <a:pt x="257683" y="128270"/>
                  </a:lnTo>
                  <a:lnTo>
                    <a:pt x="272743" y="173990"/>
                  </a:lnTo>
                  <a:lnTo>
                    <a:pt x="272863" y="175260"/>
                  </a:lnTo>
                  <a:lnTo>
                    <a:pt x="272983" y="176530"/>
                  </a:lnTo>
                  <a:lnTo>
                    <a:pt x="273103" y="177800"/>
                  </a:lnTo>
                  <a:lnTo>
                    <a:pt x="273222" y="179070"/>
                  </a:lnTo>
                  <a:lnTo>
                    <a:pt x="257683" y="232410"/>
                  </a:lnTo>
                  <a:lnTo>
                    <a:pt x="228957" y="260350"/>
                  </a:lnTo>
                  <a:lnTo>
                    <a:pt x="228331" y="260350"/>
                  </a:lnTo>
                  <a:lnTo>
                    <a:pt x="217042" y="266700"/>
                  </a:lnTo>
                  <a:lnTo>
                    <a:pt x="205081" y="270510"/>
                  </a:lnTo>
                  <a:lnTo>
                    <a:pt x="192632" y="273050"/>
                  </a:lnTo>
                  <a:lnTo>
                    <a:pt x="179880" y="274319"/>
                  </a:lnTo>
                  <a:lnTo>
                    <a:pt x="259196" y="274320"/>
                  </a:lnTo>
                  <a:lnTo>
                    <a:pt x="293491" y="227330"/>
                  </a:lnTo>
                  <a:lnTo>
                    <a:pt x="302580" y="182880"/>
                  </a:lnTo>
                  <a:lnTo>
                    <a:pt x="302456" y="176530"/>
                  </a:lnTo>
                  <a:lnTo>
                    <a:pt x="300457" y="156210"/>
                  </a:lnTo>
                  <a:lnTo>
                    <a:pt x="293491" y="133350"/>
                  </a:lnTo>
                  <a:lnTo>
                    <a:pt x="282167" y="111760"/>
                  </a:lnTo>
                  <a:lnTo>
                    <a:pt x="266717" y="93980"/>
                  </a:lnTo>
                  <a:lnTo>
                    <a:pt x="258092" y="86360"/>
                  </a:lnTo>
                  <a:close/>
                </a:path>
                <a:path w="360045" h="367030">
                  <a:moveTo>
                    <a:pt x="41599" y="171449"/>
                  </a:moveTo>
                  <a:lnTo>
                    <a:pt x="4047" y="171449"/>
                  </a:lnTo>
                  <a:lnTo>
                    <a:pt x="0" y="175259"/>
                  </a:lnTo>
                  <a:lnTo>
                    <a:pt x="0" y="185419"/>
                  </a:lnTo>
                  <a:lnTo>
                    <a:pt x="4047" y="189229"/>
                  </a:lnTo>
                  <a:lnTo>
                    <a:pt x="41599" y="189229"/>
                  </a:lnTo>
                  <a:lnTo>
                    <a:pt x="45540" y="185419"/>
                  </a:lnTo>
                  <a:lnTo>
                    <a:pt x="45540" y="175259"/>
                  </a:lnTo>
                  <a:lnTo>
                    <a:pt x="41599" y="171449"/>
                  </a:lnTo>
                  <a:close/>
                </a:path>
                <a:path w="360045" h="367030">
                  <a:moveTo>
                    <a:pt x="355732" y="171450"/>
                  </a:moveTo>
                  <a:lnTo>
                    <a:pt x="318160" y="171450"/>
                  </a:lnTo>
                  <a:lnTo>
                    <a:pt x="314119" y="175260"/>
                  </a:lnTo>
                  <a:lnTo>
                    <a:pt x="314119" y="185420"/>
                  </a:lnTo>
                  <a:lnTo>
                    <a:pt x="318160" y="189230"/>
                  </a:lnTo>
                  <a:lnTo>
                    <a:pt x="355732" y="189230"/>
                  </a:lnTo>
                  <a:lnTo>
                    <a:pt x="359654" y="185420"/>
                  </a:lnTo>
                  <a:lnTo>
                    <a:pt x="359654" y="175260"/>
                  </a:lnTo>
                  <a:lnTo>
                    <a:pt x="355732" y="171450"/>
                  </a:lnTo>
                  <a:close/>
                </a:path>
                <a:path w="360045" h="367030">
                  <a:moveTo>
                    <a:pt x="161108" y="158749"/>
                  </a:moveTo>
                  <a:lnTo>
                    <a:pt x="124799" y="171449"/>
                  </a:lnTo>
                  <a:lnTo>
                    <a:pt x="121475" y="173989"/>
                  </a:lnTo>
                  <a:lnTo>
                    <a:pt x="121475" y="180339"/>
                  </a:lnTo>
                  <a:lnTo>
                    <a:pt x="124799" y="182879"/>
                  </a:lnTo>
                  <a:lnTo>
                    <a:pt x="128327" y="186689"/>
                  </a:lnTo>
                  <a:lnTo>
                    <a:pt x="133722" y="186689"/>
                  </a:lnTo>
                  <a:lnTo>
                    <a:pt x="139627" y="181609"/>
                  </a:lnTo>
                  <a:lnTo>
                    <a:pt x="142432" y="179069"/>
                  </a:lnTo>
                  <a:lnTo>
                    <a:pt x="148660" y="176529"/>
                  </a:lnTo>
                  <a:lnTo>
                    <a:pt x="238282" y="176530"/>
                  </a:lnTo>
                  <a:lnTo>
                    <a:pt x="238282" y="173990"/>
                  </a:lnTo>
                  <a:lnTo>
                    <a:pt x="234862" y="171450"/>
                  </a:lnTo>
                  <a:lnTo>
                    <a:pt x="231028" y="166370"/>
                  </a:lnTo>
                  <a:lnTo>
                    <a:pt x="179880" y="166370"/>
                  </a:lnTo>
                  <a:lnTo>
                    <a:pt x="177287" y="163829"/>
                  </a:lnTo>
                  <a:lnTo>
                    <a:pt x="174802" y="162559"/>
                  </a:lnTo>
                  <a:lnTo>
                    <a:pt x="171997" y="161289"/>
                  </a:lnTo>
                  <a:lnTo>
                    <a:pt x="166707" y="160019"/>
                  </a:lnTo>
                  <a:lnTo>
                    <a:pt x="161108" y="158749"/>
                  </a:lnTo>
                  <a:close/>
                </a:path>
                <a:path w="360045" h="367030">
                  <a:moveTo>
                    <a:pt x="197525" y="176530"/>
                  </a:moveTo>
                  <a:lnTo>
                    <a:pt x="162139" y="176529"/>
                  </a:lnTo>
                  <a:lnTo>
                    <a:pt x="168364" y="179069"/>
                  </a:lnTo>
                  <a:lnTo>
                    <a:pt x="171275" y="181609"/>
                  </a:lnTo>
                  <a:lnTo>
                    <a:pt x="173760" y="182879"/>
                  </a:lnTo>
                  <a:lnTo>
                    <a:pt x="177086" y="186689"/>
                  </a:lnTo>
                  <a:lnTo>
                    <a:pt x="182577" y="186690"/>
                  </a:lnTo>
                  <a:lnTo>
                    <a:pt x="186009" y="182880"/>
                  </a:lnTo>
                  <a:lnTo>
                    <a:pt x="188494" y="181610"/>
                  </a:lnTo>
                  <a:lnTo>
                    <a:pt x="191395" y="179070"/>
                  </a:lnTo>
                  <a:lnTo>
                    <a:pt x="194413" y="177800"/>
                  </a:lnTo>
                  <a:lnTo>
                    <a:pt x="197525" y="176530"/>
                  </a:lnTo>
                  <a:close/>
                </a:path>
                <a:path w="360045" h="367030">
                  <a:moveTo>
                    <a:pt x="238282" y="176530"/>
                  </a:moveTo>
                  <a:lnTo>
                    <a:pt x="211111" y="176530"/>
                  </a:lnTo>
                  <a:lnTo>
                    <a:pt x="214120" y="177800"/>
                  </a:lnTo>
                  <a:lnTo>
                    <a:pt x="217231" y="179070"/>
                  </a:lnTo>
                  <a:lnTo>
                    <a:pt x="220237" y="181610"/>
                  </a:lnTo>
                  <a:lnTo>
                    <a:pt x="222521" y="182880"/>
                  </a:lnTo>
                  <a:lnTo>
                    <a:pt x="225846" y="186690"/>
                  </a:lnTo>
                  <a:lnTo>
                    <a:pt x="231444" y="186690"/>
                  </a:lnTo>
                  <a:lnTo>
                    <a:pt x="234862" y="182880"/>
                  </a:lnTo>
                  <a:lnTo>
                    <a:pt x="238282" y="180340"/>
                  </a:lnTo>
                  <a:lnTo>
                    <a:pt x="238282" y="176530"/>
                  </a:lnTo>
                  <a:close/>
                </a:path>
                <a:path w="360045" h="367030">
                  <a:moveTo>
                    <a:pt x="209963" y="158750"/>
                  </a:moveTo>
                  <a:lnTo>
                    <a:pt x="198661" y="158750"/>
                  </a:lnTo>
                  <a:lnTo>
                    <a:pt x="187666" y="161290"/>
                  </a:lnTo>
                  <a:lnTo>
                    <a:pt x="182269" y="163830"/>
                  </a:lnTo>
                  <a:lnTo>
                    <a:pt x="179880" y="166370"/>
                  </a:lnTo>
                  <a:lnTo>
                    <a:pt x="231028" y="166370"/>
                  </a:lnTo>
                  <a:lnTo>
                    <a:pt x="226046" y="163830"/>
                  </a:lnTo>
                  <a:lnTo>
                    <a:pt x="215679" y="160020"/>
                  </a:lnTo>
                  <a:lnTo>
                    <a:pt x="209963" y="158750"/>
                  </a:lnTo>
                  <a:close/>
                </a:path>
                <a:path w="360045" h="367030">
                  <a:moveTo>
                    <a:pt x="32049" y="85089"/>
                  </a:moveTo>
                  <a:lnTo>
                    <a:pt x="26663" y="86359"/>
                  </a:lnTo>
                  <a:lnTo>
                    <a:pt x="21682" y="93979"/>
                  </a:lnTo>
                  <a:lnTo>
                    <a:pt x="23136" y="100329"/>
                  </a:lnTo>
                  <a:lnTo>
                    <a:pt x="51552" y="116839"/>
                  </a:lnTo>
                  <a:lnTo>
                    <a:pt x="55707" y="118109"/>
                  </a:lnTo>
                  <a:lnTo>
                    <a:pt x="61102" y="116839"/>
                  </a:lnTo>
                  <a:lnTo>
                    <a:pt x="66074" y="109219"/>
                  </a:lnTo>
                  <a:lnTo>
                    <a:pt x="64629" y="104139"/>
                  </a:lnTo>
                  <a:lnTo>
                    <a:pt x="60370" y="101599"/>
                  </a:lnTo>
                  <a:lnTo>
                    <a:pt x="36203" y="87629"/>
                  </a:lnTo>
                  <a:lnTo>
                    <a:pt x="32049" y="85089"/>
                  </a:lnTo>
                  <a:close/>
                </a:path>
                <a:path w="360045" h="367030">
                  <a:moveTo>
                    <a:pt x="327918" y="85090"/>
                  </a:moveTo>
                  <a:lnTo>
                    <a:pt x="323685" y="87630"/>
                  </a:lnTo>
                  <a:lnTo>
                    <a:pt x="299386" y="101600"/>
                  </a:lnTo>
                  <a:lnTo>
                    <a:pt x="295345" y="104140"/>
                  </a:lnTo>
                  <a:lnTo>
                    <a:pt x="293790" y="109220"/>
                  </a:lnTo>
                  <a:lnTo>
                    <a:pt x="296182" y="113030"/>
                  </a:lnTo>
                  <a:lnTo>
                    <a:pt x="298669" y="116840"/>
                  </a:lnTo>
                  <a:lnTo>
                    <a:pt x="303859" y="118110"/>
                  </a:lnTo>
                  <a:lnTo>
                    <a:pt x="308211" y="116840"/>
                  </a:lnTo>
                  <a:lnTo>
                    <a:pt x="332270" y="102870"/>
                  </a:lnTo>
                  <a:lnTo>
                    <a:pt x="336527" y="100330"/>
                  </a:lnTo>
                  <a:lnTo>
                    <a:pt x="337867" y="93980"/>
                  </a:lnTo>
                  <a:lnTo>
                    <a:pt x="335595" y="90170"/>
                  </a:lnTo>
                  <a:lnTo>
                    <a:pt x="333107" y="86360"/>
                  </a:lnTo>
                  <a:lnTo>
                    <a:pt x="327918" y="85090"/>
                  </a:lnTo>
                  <a:close/>
                </a:path>
                <a:path w="360045" h="367030">
                  <a:moveTo>
                    <a:pt x="94089" y="21589"/>
                  </a:moveTo>
                  <a:lnTo>
                    <a:pt x="85790" y="26669"/>
                  </a:lnTo>
                  <a:lnTo>
                    <a:pt x="84336" y="31749"/>
                  </a:lnTo>
                  <a:lnTo>
                    <a:pt x="86833" y="36829"/>
                  </a:lnTo>
                  <a:lnTo>
                    <a:pt x="100728" y="60959"/>
                  </a:lnTo>
                  <a:lnTo>
                    <a:pt x="103222" y="64769"/>
                  </a:lnTo>
                  <a:lnTo>
                    <a:pt x="108608" y="66039"/>
                  </a:lnTo>
                  <a:lnTo>
                    <a:pt x="112552" y="63499"/>
                  </a:lnTo>
                  <a:lnTo>
                    <a:pt x="116916" y="62229"/>
                  </a:lnTo>
                  <a:lnTo>
                    <a:pt x="118361" y="55879"/>
                  </a:lnTo>
                  <a:lnTo>
                    <a:pt x="115874" y="52069"/>
                  </a:lnTo>
                  <a:lnTo>
                    <a:pt x="101969" y="27939"/>
                  </a:lnTo>
                  <a:lnTo>
                    <a:pt x="99484" y="24129"/>
                  </a:lnTo>
                  <a:lnTo>
                    <a:pt x="94089" y="21589"/>
                  </a:lnTo>
                  <a:close/>
                </a:path>
                <a:path w="360045" h="367030">
                  <a:moveTo>
                    <a:pt x="265689" y="21590"/>
                  </a:moveTo>
                  <a:lnTo>
                    <a:pt x="260284" y="24130"/>
                  </a:lnTo>
                  <a:lnTo>
                    <a:pt x="257797" y="27940"/>
                  </a:lnTo>
                  <a:lnTo>
                    <a:pt x="243902" y="52070"/>
                  </a:lnTo>
                  <a:lnTo>
                    <a:pt x="241391" y="55880"/>
                  </a:lnTo>
                  <a:lnTo>
                    <a:pt x="242849" y="62230"/>
                  </a:lnTo>
                  <a:lnTo>
                    <a:pt x="247011" y="63500"/>
                  </a:lnTo>
                  <a:lnTo>
                    <a:pt x="251148" y="66040"/>
                  </a:lnTo>
                  <a:lnTo>
                    <a:pt x="256553" y="64770"/>
                  </a:lnTo>
                  <a:lnTo>
                    <a:pt x="258945" y="60960"/>
                  </a:lnTo>
                  <a:lnTo>
                    <a:pt x="275423" y="31750"/>
                  </a:lnTo>
                  <a:lnTo>
                    <a:pt x="273868" y="26670"/>
                  </a:lnTo>
                  <a:lnTo>
                    <a:pt x="269731" y="24130"/>
                  </a:lnTo>
                  <a:lnTo>
                    <a:pt x="265689" y="21590"/>
                  </a:lnTo>
                  <a:close/>
                </a:path>
                <a:path w="360045" h="367030">
                  <a:moveTo>
                    <a:pt x="184660" y="0"/>
                  </a:moveTo>
                  <a:lnTo>
                    <a:pt x="175003" y="0"/>
                  </a:lnTo>
                  <a:lnTo>
                    <a:pt x="171061" y="3809"/>
                  </a:lnTo>
                  <a:lnTo>
                    <a:pt x="171062" y="41909"/>
                  </a:lnTo>
                  <a:lnTo>
                    <a:pt x="175003" y="45719"/>
                  </a:lnTo>
                  <a:lnTo>
                    <a:pt x="184660" y="45720"/>
                  </a:lnTo>
                  <a:lnTo>
                    <a:pt x="188697" y="41910"/>
                  </a:lnTo>
                  <a:lnTo>
                    <a:pt x="188697" y="3810"/>
                  </a:lnTo>
                  <a:lnTo>
                    <a:pt x="184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01000" y="1950719"/>
              <a:ext cx="779145" cy="779145"/>
            </a:xfrm>
            <a:custGeom>
              <a:avLst/>
              <a:gdLst/>
              <a:ahLst/>
              <a:cxnLst/>
              <a:rect l="l" t="t" r="r" b="b"/>
              <a:pathLst>
                <a:path w="779145" h="779144">
                  <a:moveTo>
                    <a:pt x="389381" y="0"/>
                  </a:moveTo>
                  <a:lnTo>
                    <a:pt x="340546" y="3034"/>
                  </a:lnTo>
                  <a:lnTo>
                    <a:pt x="293518" y="11894"/>
                  </a:lnTo>
                  <a:lnTo>
                    <a:pt x="248664" y="26214"/>
                  </a:lnTo>
                  <a:lnTo>
                    <a:pt x="206348" y="45629"/>
                  </a:lnTo>
                  <a:lnTo>
                    <a:pt x="166936" y="69774"/>
                  </a:lnTo>
                  <a:lnTo>
                    <a:pt x="130793" y="98284"/>
                  </a:lnTo>
                  <a:lnTo>
                    <a:pt x="98284" y="130793"/>
                  </a:lnTo>
                  <a:lnTo>
                    <a:pt x="69774" y="166936"/>
                  </a:lnTo>
                  <a:lnTo>
                    <a:pt x="45629" y="206348"/>
                  </a:lnTo>
                  <a:lnTo>
                    <a:pt x="26214" y="248664"/>
                  </a:lnTo>
                  <a:lnTo>
                    <a:pt x="11894" y="293518"/>
                  </a:lnTo>
                  <a:lnTo>
                    <a:pt x="3034" y="340546"/>
                  </a:lnTo>
                  <a:lnTo>
                    <a:pt x="0" y="389381"/>
                  </a:lnTo>
                  <a:lnTo>
                    <a:pt x="3034" y="438217"/>
                  </a:lnTo>
                  <a:lnTo>
                    <a:pt x="11894" y="485245"/>
                  </a:lnTo>
                  <a:lnTo>
                    <a:pt x="26214" y="530099"/>
                  </a:lnTo>
                  <a:lnTo>
                    <a:pt x="45629" y="572415"/>
                  </a:lnTo>
                  <a:lnTo>
                    <a:pt x="69774" y="611827"/>
                  </a:lnTo>
                  <a:lnTo>
                    <a:pt x="98284" y="647970"/>
                  </a:lnTo>
                  <a:lnTo>
                    <a:pt x="130793" y="680479"/>
                  </a:lnTo>
                  <a:lnTo>
                    <a:pt x="166936" y="708989"/>
                  </a:lnTo>
                  <a:lnTo>
                    <a:pt x="206348" y="733134"/>
                  </a:lnTo>
                  <a:lnTo>
                    <a:pt x="248664" y="752549"/>
                  </a:lnTo>
                  <a:lnTo>
                    <a:pt x="293518" y="766869"/>
                  </a:lnTo>
                  <a:lnTo>
                    <a:pt x="340546" y="775729"/>
                  </a:lnTo>
                  <a:lnTo>
                    <a:pt x="389381" y="778763"/>
                  </a:lnTo>
                  <a:lnTo>
                    <a:pt x="438217" y="775729"/>
                  </a:lnTo>
                  <a:lnTo>
                    <a:pt x="485245" y="766869"/>
                  </a:lnTo>
                  <a:lnTo>
                    <a:pt x="530099" y="752549"/>
                  </a:lnTo>
                  <a:lnTo>
                    <a:pt x="572415" y="733134"/>
                  </a:lnTo>
                  <a:lnTo>
                    <a:pt x="611827" y="708989"/>
                  </a:lnTo>
                  <a:lnTo>
                    <a:pt x="647970" y="680479"/>
                  </a:lnTo>
                  <a:lnTo>
                    <a:pt x="680479" y="647970"/>
                  </a:lnTo>
                  <a:lnTo>
                    <a:pt x="708989" y="611827"/>
                  </a:lnTo>
                  <a:lnTo>
                    <a:pt x="733134" y="572415"/>
                  </a:lnTo>
                  <a:lnTo>
                    <a:pt x="752549" y="530099"/>
                  </a:lnTo>
                  <a:lnTo>
                    <a:pt x="766869" y="485245"/>
                  </a:lnTo>
                  <a:lnTo>
                    <a:pt x="775729" y="438217"/>
                  </a:lnTo>
                  <a:lnTo>
                    <a:pt x="778764" y="389381"/>
                  </a:lnTo>
                  <a:lnTo>
                    <a:pt x="775729" y="340546"/>
                  </a:lnTo>
                  <a:lnTo>
                    <a:pt x="766869" y="293518"/>
                  </a:lnTo>
                  <a:lnTo>
                    <a:pt x="752549" y="248664"/>
                  </a:lnTo>
                  <a:lnTo>
                    <a:pt x="733134" y="206348"/>
                  </a:lnTo>
                  <a:lnTo>
                    <a:pt x="708989" y="166936"/>
                  </a:lnTo>
                  <a:lnTo>
                    <a:pt x="680479" y="130793"/>
                  </a:lnTo>
                  <a:lnTo>
                    <a:pt x="647970" y="98284"/>
                  </a:lnTo>
                  <a:lnTo>
                    <a:pt x="611827" y="69774"/>
                  </a:lnTo>
                  <a:lnTo>
                    <a:pt x="572415" y="45629"/>
                  </a:lnTo>
                  <a:lnTo>
                    <a:pt x="530099" y="26214"/>
                  </a:lnTo>
                  <a:lnTo>
                    <a:pt x="485245" y="11894"/>
                  </a:lnTo>
                  <a:lnTo>
                    <a:pt x="438217" y="3034"/>
                  </a:lnTo>
                  <a:lnTo>
                    <a:pt x="389381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8040" y="2160346"/>
              <a:ext cx="360045" cy="367030"/>
            </a:xfrm>
            <a:custGeom>
              <a:avLst/>
              <a:gdLst/>
              <a:ahLst/>
              <a:cxnLst/>
              <a:rect l="l" t="t" r="r" b="b"/>
              <a:pathLst>
                <a:path w="360045" h="367030">
                  <a:moveTo>
                    <a:pt x="217124" y="341630"/>
                  </a:moveTo>
                  <a:lnTo>
                    <a:pt x="142538" y="341629"/>
                  </a:lnTo>
                  <a:lnTo>
                    <a:pt x="144611" y="346709"/>
                  </a:lnTo>
                  <a:lnTo>
                    <a:pt x="147512" y="351789"/>
                  </a:lnTo>
                  <a:lnTo>
                    <a:pt x="187763" y="367030"/>
                  </a:lnTo>
                  <a:lnTo>
                    <a:pt x="195247" y="364490"/>
                  </a:lnTo>
                  <a:lnTo>
                    <a:pt x="217124" y="341630"/>
                  </a:lnTo>
                  <a:close/>
                </a:path>
                <a:path w="360045" h="367030">
                  <a:moveTo>
                    <a:pt x="179879" y="57150"/>
                  </a:moveTo>
                  <a:lnTo>
                    <a:pt x="132797" y="67309"/>
                  </a:lnTo>
                  <a:lnTo>
                    <a:pt x="92950" y="93979"/>
                  </a:lnTo>
                  <a:lnTo>
                    <a:pt x="66273" y="133349"/>
                  </a:lnTo>
                  <a:lnTo>
                    <a:pt x="57572" y="173989"/>
                  </a:lnTo>
                  <a:lnTo>
                    <a:pt x="57447" y="175259"/>
                  </a:lnTo>
                  <a:lnTo>
                    <a:pt x="57322" y="176529"/>
                  </a:lnTo>
                  <a:lnTo>
                    <a:pt x="66273" y="227329"/>
                  </a:lnTo>
                  <a:lnTo>
                    <a:pt x="92951" y="266699"/>
                  </a:lnTo>
                  <a:lnTo>
                    <a:pt x="108821" y="280669"/>
                  </a:lnTo>
                  <a:lnTo>
                    <a:pt x="108821" y="335279"/>
                  </a:lnTo>
                  <a:lnTo>
                    <a:pt x="115355" y="341629"/>
                  </a:lnTo>
                  <a:lnTo>
                    <a:pt x="244213" y="341630"/>
                  </a:lnTo>
                  <a:lnTo>
                    <a:pt x="248260" y="337820"/>
                  </a:lnTo>
                  <a:lnTo>
                    <a:pt x="176979" y="337819"/>
                  </a:lnTo>
                  <a:lnTo>
                    <a:pt x="174281" y="336549"/>
                  </a:lnTo>
                  <a:lnTo>
                    <a:pt x="172210" y="335279"/>
                  </a:lnTo>
                  <a:lnTo>
                    <a:pt x="170235" y="332739"/>
                  </a:lnTo>
                  <a:lnTo>
                    <a:pt x="169204" y="330199"/>
                  </a:lnTo>
                  <a:lnTo>
                    <a:pt x="169204" y="318769"/>
                  </a:lnTo>
                  <a:lnTo>
                    <a:pt x="162565" y="312419"/>
                  </a:lnTo>
                  <a:lnTo>
                    <a:pt x="138278" y="312419"/>
                  </a:lnTo>
                  <a:lnTo>
                    <a:pt x="138278" y="295909"/>
                  </a:lnTo>
                  <a:lnTo>
                    <a:pt x="250957" y="295910"/>
                  </a:lnTo>
                  <a:lnTo>
                    <a:pt x="250957" y="280670"/>
                  </a:lnTo>
                  <a:lnTo>
                    <a:pt x="256554" y="276860"/>
                  </a:lnTo>
                  <a:lnTo>
                    <a:pt x="259196" y="274320"/>
                  </a:lnTo>
                  <a:lnTo>
                    <a:pt x="179880" y="274319"/>
                  </a:lnTo>
                  <a:lnTo>
                    <a:pt x="167088" y="273049"/>
                  </a:lnTo>
                  <a:lnTo>
                    <a:pt x="154647" y="270509"/>
                  </a:lnTo>
                  <a:lnTo>
                    <a:pt x="142712" y="266699"/>
                  </a:lnTo>
                  <a:lnTo>
                    <a:pt x="131438" y="260349"/>
                  </a:lnTo>
                  <a:lnTo>
                    <a:pt x="130812" y="260349"/>
                  </a:lnTo>
                  <a:lnTo>
                    <a:pt x="102052" y="232409"/>
                  </a:lnTo>
                  <a:lnTo>
                    <a:pt x="86204" y="180339"/>
                  </a:lnTo>
                  <a:lnTo>
                    <a:pt x="87792" y="163829"/>
                  </a:lnTo>
                  <a:lnTo>
                    <a:pt x="102051" y="128269"/>
                  </a:lnTo>
                  <a:lnTo>
                    <a:pt x="144121" y="93979"/>
                  </a:lnTo>
                  <a:lnTo>
                    <a:pt x="179879" y="86360"/>
                  </a:lnTo>
                  <a:lnTo>
                    <a:pt x="258092" y="86360"/>
                  </a:lnTo>
                  <a:lnTo>
                    <a:pt x="248030" y="77470"/>
                  </a:lnTo>
                  <a:lnTo>
                    <a:pt x="226920" y="67310"/>
                  </a:lnTo>
                  <a:lnTo>
                    <a:pt x="203999" y="59690"/>
                  </a:lnTo>
                  <a:lnTo>
                    <a:pt x="179879" y="57150"/>
                  </a:lnTo>
                  <a:close/>
                </a:path>
                <a:path w="360045" h="367030">
                  <a:moveTo>
                    <a:pt x="250957" y="295910"/>
                  </a:moveTo>
                  <a:lnTo>
                    <a:pt x="221479" y="295910"/>
                  </a:lnTo>
                  <a:lnTo>
                    <a:pt x="221479" y="312420"/>
                  </a:lnTo>
                  <a:lnTo>
                    <a:pt x="197099" y="312420"/>
                  </a:lnTo>
                  <a:lnTo>
                    <a:pt x="190565" y="318770"/>
                  </a:lnTo>
                  <a:lnTo>
                    <a:pt x="190565" y="330200"/>
                  </a:lnTo>
                  <a:lnTo>
                    <a:pt x="189429" y="332740"/>
                  </a:lnTo>
                  <a:lnTo>
                    <a:pt x="187559" y="335280"/>
                  </a:lnTo>
                  <a:lnTo>
                    <a:pt x="187346" y="335280"/>
                  </a:lnTo>
                  <a:lnTo>
                    <a:pt x="185383" y="336550"/>
                  </a:lnTo>
                  <a:lnTo>
                    <a:pt x="182578" y="337819"/>
                  </a:lnTo>
                  <a:lnTo>
                    <a:pt x="248260" y="337820"/>
                  </a:lnTo>
                  <a:lnTo>
                    <a:pt x="250957" y="335280"/>
                  </a:lnTo>
                  <a:lnTo>
                    <a:pt x="250957" y="295910"/>
                  </a:lnTo>
                  <a:close/>
                </a:path>
                <a:path w="360045" h="367030">
                  <a:moveTo>
                    <a:pt x="221479" y="295910"/>
                  </a:moveTo>
                  <a:lnTo>
                    <a:pt x="138278" y="295909"/>
                  </a:lnTo>
                  <a:lnTo>
                    <a:pt x="158729" y="300989"/>
                  </a:lnTo>
                  <a:lnTo>
                    <a:pt x="179880" y="303529"/>
                  </a:lnTo>
                  <a:lnTo>
                    <a:pt x="201030" y="300990"/>
                  </a:lnTo>
                  <a:lnTo>
                    <a:pt x="221479" y="295910"/>
                  </a:lnTo>
                  <a:close/>
                </a:path>
                <a:path w="360045" h="367030">
                  <a:moveTo>
                    <a:pt x="55908" y="241299"/>
                  </a:moveTo>
                  <a:lnTo>
                    <a:pt x="27386" y="257809"/>
                  </a:lnTo>
                  <a:lnTo>
                    <a:pt x="23232" y="260349"/>
                  </a:lnTo>
                  <a:lnTo>
                    <a:pt x="21883" y="265429"/>
                  </a:lnTo>
                  <a:lnTo>
                    <a:pt x="24167" y="270509"/>
                  </a:lnTo>
                  <a:lnTo>
                    <a:pt x="26664" y="274319"/>
                  </a:lnTo>
                  <a:lnTo>
                    <a:pt x="31846" y="275589"/>
                  </a:lnTo>
                  <a:lnTo>
                    <a:pt x="60275" y="259079"/>
                  </a:lnTo>
                  <a:lnTo>
                    <a:pt x="64417" y="256539"/>
                  </a:lnTo>
                  <a:lnTo>
                    <a:pt x="65873" y="251459"/>
                  </a:lnTo>
                  <a:lnTo>
                    <a:pt x="63587" y="247649"/>
                  </a:lnTo>
                  <a:lnTo>
                    <a:pt x="61102" y="243839"/>
                  </a:lnTo>
                  <a:lnTo>
                    <a:pt x="55908" y="241299"/>
                  </a:lnTo>
                  <a:close/>
                </a:path>
                <a:path w="360045" h="367030">
                  <a:moveTo>
                    <a:pt x="303859" y="241300"/>
                  </a:moveTo>
                  <a:lnTo>
                    <a:pt x="298669" y="243840"/>
                  </a:lnTo>
                  <a:lnTo>
                    <a:pt x="296182" y="247650"/>
                  </a:lnTo>
                  <a:lnTo>
                    <a:pt x="293790" y="251460"/>
                  </a:lnTo>
                  <a:lnTo>
                    <a:pt x="295345" y="256540"/>
                  </a:lnTo>
                  <a:lnTo>
                    <a:pt x="299387" y="259080"/>
                  </a:lnTo>
                  <a:lnTo>
                    <a:pt x="323685" y="273050"/>
                  </a:lnTo>
                  <a:lnTo>
                    <a:pt x="327918" y="275590"/>
                  </a:lnTo>
                  <a:lnTo>
                    <a:pt x="333108" y="274320"/>
                  </a:lnTo>
                  <a:lnTo>
                    <a:pt x="335595" y="270510"/>
                  </a:lnTo>
                  <a:lnTo>
                    <a:pt x="337867" y="265430"/>
                  </a:lnTo>
                  <a:lnTo>
                    <a:pt x="336528" y="260350"/>
                  </a:lnTo>
                  <a:lnTo>
                    <a:pt x="332271" y="257810"/>
                  </a:lnTo>
                  <a:lnTo>
                    <a:pt x="303859" y="241300"/>
                  </a:lnTo>
                  <a:close/>
                </a:path>
                <a:path w="360045" h="367030">
                  <a:moveTo>
                    <a:pt x="258092" y="86360"/>
                  </a:moveTo>
                  <a:lnTo>
                    <a:pt x="179879" y="86360"/>
                  </a:lnTo>
                  <a:lnTo>
                    <a:pt x="198230" y="88900"/>
                  </a:lnTo>
                  <a:lnTo>
                    <a:pt x="215646" y="93980"/>
                  </a:lnTo>
                  <a:lnTo>
                    <a:pt x="257683" y="128270"/>
                  </a:lnTo>
                  <a:lnTo>
                    <a:pt x="272743" y="173990"/>
                  </a:lnTo>
                  <a:lnTo>
                    <a:pt x="272863" y="175260"/>
                  </a:lnTo>
                  <a:lnTo>
                    <a:pt x="272983" y="176530"/>
                  </a:lnTo>
                  <a:lnTo>
                    <a:pt x="273103" y="177800"/>
                  </a:lnTo>
                  <a:lnTo>
                    <a:pt x="273222" y="179070"/>
                  </a:lnTo>
                  <a:lnTo>
                    <a:pt x="257683" y="232410"/>
                  </a:lnTo>
                  <a:lnTo>
                    <a:pt x="228957" y="260350"/>
                  </a:lnTo>
                  <a:lnTo>
                    <a:pt x="228331" y="260350"/>
                  </a:lnTo>
                  <a:lnTo>
                    <a:pt x="217042" y="266700"/>
                  </a:lnTo>
                  <a:lnTo>
                    <a:pt x="205081" y="270510"/>
                  </a:lnTo>
                  <a:lnTo>
                    <a:pt x="192632" y="273050"/>
                  </a:lnTo>
                  <a:lnTo>
                    <a:pt x="179880" y="274319"/>
                  </a:lnTo>
                  <a:lnTo>
                    <a:pt x="259196" y="274320"/>
                  </a:lnTo>
                  <a:lnTo>
                    <a:pt x="293491" y="227330"/>
                  </a:lnTo>
                  <a:lnTo>
                    <a:pt x="302580" y="182880"/>
                  </a:lnTo>
                  <a:lnTo>
                    <a:pt x="302456" y="176530"/>
                  </a:lnTo>
                  <a:lnTo>
                    <a:pt x="300457" y="156210"/>
                  </a:lnTo>
                  <a:lnTo>
                    <a:pt x="293491" y="133350"/>
                  </a:lnTo>
                  <a:lnTo>
                    <a:pt x="282167" y="111760"/>
                  </a:lnTo>
                  <a:lnTo>
                    <a:pt x="266717" y="93980"/>
                  </a:lnTo>
                  <a:lnTo>
                    <a:pt x="258092" y="86360"/>
                  </a:lnTo>
                  <a:close/>
                </a:path>
                <a:path w="360045" h="367030">
                  <a:moveTo>
                    <a:pt x="41599" y="171449"/>
                  </a:moveTo>
                  <a:lnTo>
                    <a:pt x="4047" y="171449"/>
                  </a:lnTo>
                  <a:lnTo>
                    <a:pt x="0" y="175259"/>
                  </a:lnTo>
                  <a:lnTo>
                    <a:pt x="0" y="185419"/>
                  </a:lnTo>
                  <a:lnTo>
                    <a:pt x="4047" y="189229"/>
                  </a:lnTo>
                  <a:lnTo>
                    <a:pt x="41599" y="189229"/>
                  </a:lnTo>
                  <a:lnTo>
                    <a:pt x="45540" y="185419"/>
                  </a:lnTo>
                  <a:lnTo>
                    <a:pt x="45540" y="175259"/>
                  </a:lnTo>
                  <a:lnTo>
                    <a:pt x="41599" y="171449"/>
                  </a:lnTo>
                  <a:close/>
                </a:path>
                <a:path w="360045" h="367030">
                  <a:moveTo>
                    <a:pt x="355732" y="171450"/>
                  </a:moveTo>
                  <a:lnTo>
                    <a:pt x="318160" y="171450"/>
                  </a:lnTo>
                  <a:lnTo>
                    <a:pt x="314119" y="175260"/>
                  </a:lnTo>
                  <a:lnTo>
                    <a:pt x="314119" y="185420"/>
                  </a:lnTo>
                  <a:lnTo>
                    <a:pt x="318160" y="189230"/>
                  </a:lnTo>
                  <a:lnTo>
                    <a:pt x="355732" y="189230"/>
                  </a:lnTo>
                  <a:lnTo>
                    <a:pt x="359654" y="185420"/>
                  </a:lnTo>
                  <a:lnTo>
                    <a:pt x="359654" y="175260"/>
                  </a:lnTo>
                  <a:lnTo>
                    <a:pt x="355732" y="171450"/>
                  </a:lnTo>
                  <a:close/>
                </a:path>
                <a:path w="360045" h="367030">
                  <a:moveTo>
                    <a:pt x="161108" y="158749"/>
                  </a:moveTo>
                  <a:lnTo>
                    <a:pt x="124799" y="171449"/>
                  </a:lnTo>
                  <a:lnTo>
                    <a:pt x="121475" y="173989"/>
                  </a:lnTo>
                  <a:lnTo>
                    <a:pt x="121475" y="180339"/>
                  </a:lnTo>
                  <a:lnTo>
                    <a:pt x="124799" y="182879"/>
                  </a:lnTo>
                  <a:lnTo>
                    <a:pt x="128327" y="186689"/>
                  </a:lnTo>
                  <a:lnTo>
                    <a:pt x="133722" y="186689"/>
                  </a:lnTo>
                  <a:lnTo>
                    <a:pt x="139627" y="181609"/>
                  </a:lnTo>
                  <a:lnTo>
                    <a:pt x="142432" y="179069"/>
                  </a:lnTo>
                  <a:lnTo>
                    <a:pt x="148660" y="176529"/>
                  </a:lnTo>
                  <a:lnTo>
                    <a:pt x="238282" y="176530"/>
                  </a:lnTo>
                  <a:lnTo>
                    <a:pt x="238282" y="173990"/>
                  </a:lnTo>
                  <a:lnTo>
                    <a:pt x="234862" y="171450"/>
                  </a:lnTo>
                  <a:lnTo>
                    <a:pt x="231028" y="166370"/>
                  </a:lnTo>
                  <a:lnTo>
                    <a:pt x="179880" y="166370"/>
                  </a:lnTo>
                  <a:lnTo>
                    <a:pt x="177287" y="163829"/>
                  </a:lnTo>
                  <a:lnTo>
                    <a:pt x="174802" y="162559"/>
                  </a:lnTo>
                  <a:lnTo>
                    <a:pt x="171997" y="161289"/>
                  </a:lnTo>
                  <a:lnTo>
                    <a:pt x="166707" y="160019"/>
                  </a:lnTo>
                  <a:lnTo>
                    <a:pt x="161108" y="158749"/>
                  </a:lnTo>
                  <a:close/>
                </a:path>
                <a:path w="360045" h="367030">
                  <a:moveTo>
                    <a:pt x="197525" y="176530"/>
                  </a:moveTo>
                  <a:lnTo>
                    <a:pt x="162139" y="176529"/>
                  </a:lnTo>
                  <a:lnTo>
                    <a:pt x="168364" y="179069"/>
                  </a:lnTo>
                  <a:lnTo>
                    <a:pt x="171275" y="181609"/>
                  </a:lnTo>
                  <a:lnTo>
                    <a:pt x="173760" y="182879"/>
                  </a:lnTo>
                  <a:lnTo>
                    <a:pt x="177086" y="186689"/>
                  </a:lnTo>
                  <a:lnTo>
                    <a:pt x="182577" y="186690"/>
                  </a:lnTo>
                  <a:lnTo>
                    <a:pt x="186009" y="182880"/>
                  </a:lnTo>
                  <a:lnTo>
                    <a:pt x="188494" y="181610"/>
                  </a:lnTo>
                  <a:lnTo>
                    <a:pt x="191395" y="179070"/>
                  </a:lnTo>
                  <a:lnTo>
                    <a:pt x="194413" y="177800"/>
                  </a:lnTo>
                  <a:lnTo>
                    <a:pt x="197525" y="176530"/>
                  </a:lnTo>
                  <a:close/>
                </a:path>
                <a:path w="360045" h="367030">
                  <a:moveTo>
                    <a:pt x="238282" y="176530"/>
                  </a:moveTo>
                  <a:lnTo>
                    <a:pt x="211111" y="176530"/>
                  </a:lnTo>
                  <a:lnTo>
                    <a:pt x="214120" y="177800"/>
                  </a:lnTo>
                  <a:lnTo>
                    <a:pt x="217231" y="179070"/>
                  </a:lnTo>
                  <a:lnTo>
                    <a:pt x="220237" y="181610"/>
                  </a:lnTo>
                  <a:lnTo>
                    <a:pt x="222521" y="182880"/>
                  </a:lnTo>
                  <a:lnTo>
                    <a:pt x="225846" y="186690"/>
                  </a:lnTo>
                  <a:lnTo>
                    <a:pt x="231444" y="186690"/>
                  </a:lnTo>
                  <a:lnTo>
                    <a:pt x="234862" y="182880"/>
                  </a:lnTo>
                  <a:lnTo>
                    <a:pt x="238282" y="180340"/>
                  </a:lnTo>
                  <a:lnTo>
                    <a:pt x="238282" y="176530"/>
                  </a:lnTo>
                  <a:close/>
                </a:path>
                <a:path w="360045" h="367030">
                  <a:moveTo>
                    <a:pt x="209963" y="158750"/>
                  </a:moveTo>
                  <a:lnTo>
                    <a:pt x="198661" y="158750"/>
                  </a:lnTo>
                  <a:lnTo>
                    <a:pt x="187666" y="161290"/>
                  </a:lnTo>
                  <a:lnTo>
                    <a:pt x="182269" y="163830"/>
                  </a:lnTo>
                  <a:lnTo>
                    <a:pt x="179880" y="166370"/>
                  </a:lnTo>
                  <a:lnTo>
                    <a:pt x="231028" y="166370"/>
                  </a:lnTo>
                  <a:lnTo>
                    <a:pt x="226046" y="163830"/>
                  </a:lnTo>
                  <a:lnTo>
                    <a:pt x="215679" y="160020"/>
                  </a:lnTo>
                  <a:lnTo>
                    <a:pt x="209963" y="158750"/>
                  </a:lnTo>
                  <a:close/>
                </a:path>
                <a:path w="360045" h="367030">
                  <a:moveTo>
                    <a:pt x="32049" y="85089"/>
                  </a:moveTo>
                  <a:lnTo>
                    <a:pt x="26663" y="86359"/>
                  </a:lnTo>
                  <a:lnTo>
                    <a:pt x="21682" y="93979"/>
                  </a:lnTo>
                  <a:lnTo>
                    <a:pt x="23136" y="100329"/>
                  </a:lnTo>
                  <a:lnTo>
                    <a:pt x="51552" y="116839"/>
                  </a:lnTo>
                  <a:lnTo>
                    <a:pt x="55707" y="118109"/>
                  </a:lnTo>
                  <a:lnTo>
                    <a:pt x="61102" y="116839"/>
                  </a:lnTo>
                  <a:lnTo>
                    <a:pt x="66074" y="109219"/>
                  </a:lnTo>
                  <a:lnTo>
                    <a:pt x="64629" y="104139"/>
                  </a:lnTo>
                  <a:lnTo>
                    <a:pt x="60370" y="101599"/>
                  </a:lnTo>
                  <a:lnTo>
                    <a:pt x="36203" y="87629"/>
                  </a:lnTo>
                  <a:lnTo>
                    <a:pt x="32049" y="85089"/>
                  </a:lnTo>
                  <a:close/>
                </a:path>
                <a:path w="360045" h="367030">
                  <a:moveTo>
                    <a:pt x="327918" y="85090"/>
                  </a:moveTo>
                  <a:lnTo>
                    <a:pt x="323685" y="87630"/>
                  </a:lnTo>
                  <a:lnTo>
                    <a:pt x="299386" y="101600"/>
                  </a:lnTo>
                  <a:lnTo>
                    <a:pt x="295345" y="104140"/>
                  </a:lnTo>
                  <a:lnTo>
                    <a:pt x="293790" y="109220"/>
                  </a:lnTo>
                  <a:lnTo>
                    <a:pt x="296182" y="113030"/>
                  </a:lnTo>
                  <a:lnTo>
                    <a:pt x="298669" y="116840"/>
                  </a:lnTo>
                  <a:lnTo>
                    <a:pt x="303859" y="118110"/>
                  </a:lnTo>
                  <a:lnTo>
                    <a:pt x="308211" y="116840"/>
                  </a:lnTo>
                  <a:lnTo>
                    <a:pt x="332270" y="102870"/>
                  </a:lnTo>
                  <a:lnTo>
                    <a:pt x="336527" y="100330"/>
                  </a:lnTo>
                  <a:lnTo>
                    <a:pt x="337867" y="93980"/>
                  </a:lnTo>
                  <a:lnTo>
                    <a:pt x="335595" y="90170"/>
                  </a:lnTo>
                  <a:lnTo>
                    <a:pt x="333107" y="86360"/>
                  </a:lnTo>
                  <a:lnTo>
                    <a:pt x="327918" y="85090"/>
                  </a:lnTo>
                  <a:close/>
                </a:path>
                <a:path w="360045" h="367030">
                  <a:moveTo>
                    <a:pt x="94089" y="21589"/>
                  </a:moveTo>
                  <a:lnTo>
                    <a:pt x="85790" y="26669"/>
                  </a:lnTo>
                  <a:lnTo>
                    <a:pt x="84336" y="31749"/>
                  </a:lnTo>
                  <a:lnTo>
                    <a:pt x="86833" y="36829"/>
                  </a:lnTo>
                  <a:lnTo>
                    <a:pt x="100728" y="60959"/>
                  </a:lnTo>
                  <a:lnTo>
                    <a:pt x="103222" y="64769"/>
                  </a:lnTo>
                  <a:lnTo>
                    <a:pt x="108608" y="66039"/>
                  </a:lnTo>
                  <a:lnTo>
                    <a:pt x="112552" y="63499"/>
                  </a:lnTo>
                  <a:lnTo>
                    <a:pt x="116916" y="62229"/>
                  </a:lnTo>
                  <a:lnTo>
                    <a:pt x="118361" y="55879"/>
                  </a:lnTo>
                  <a:lnTo>
                    <a:pt x="115874" y="52069"/>
                  </a:lnTo>
                  <a:lnTo>
                    <a:pt x="101969" y="27939"/>
                  </a:lnTo>
                  <a:lnTo>
                    <a:pt x="99484" y="24129"/>
                  </a:lnTo>
                  <a:lnTo>
                    <a:pt x="94089" y="21589"/>
                  </a:lnTo>
                  <a:close/>
                </a:path>
                <a:path w="360045" h="367030">
                  <a:moveTo>
                    <a:pt x="265689" y="21590"/>
                  </a:moveTo>
                  <a:lnTo>
                    <a:pt x="260284" y="24130"/>
                  </a:lnTo>
                  <a:lnTo>
                    <a:pt x="257797" y="27940"/>
                  </a:lnTo>
                  <a:lnTo>
                    <a:pt x="243902" y="52070"/>
                  </a:lnTo>
                  <a:lnTo>
                    <a:pt x="241391" y="55880"/>
                  </a:lnTo>
                  <a:lnTo>
                    <a:pt x="242849" y="62230"/>
                  </a:lnTo>
                  <a:lnTo>
                    <a:pt x="247011" y="63500"/>
                  </a:lnTo>
                  <a:lnTo>
                    <a:pt x="251148" y="66040"/>
                  </a:lnTo>
                  <a:lnTo>
                    <a:pt x="256553" y="64770"/>
                  </a:lnTo>
                  <a:lnTo>
                    <a:pt x="258945" y="60960"/>
                  </a:lnTo>
                  <a:lnTo>
                    <a:pt x="275423" y="31750"/>
                  </a:lnTo>
                  <a:lnTo>
                    <a:pt x="273868" y="26670"/>
                  </a:lnTo>
                  <a:lnTo>
                    <a:pt x="269731" y="24130"/>
                  </a:lnTo>
                  <a:lnTo>
                    <a:pt x="265689" y="21590"/>
                  </a:lnTo>
                  <a:close/>
                </a:path>
                <a:path w="360045" h="367030">
                  <a:moveTo>
                    <a:pt x="184660" y="0"/>
                  </a:moveTo>
                  <a:lnTo>
                    <a:pt x="175003" y="0"/>
                  </a:lnTo>
                  <a:lnTo>
                    <a:pt x="171061" y="3809"/>
                  </a:lnTo>
                  <a:lnTo>
                    <a:pt x="171062" y="41909"/>
                  </a:lnTo>
                  <a:lnTo>
                    <a:pt x="175003" y="45719"/>
                  </a:lnTo>
                  <a:lnTo>
                    <a:pt x="184660" y="45720"/>
                  </a:lnTo>
                  <a:lnTo>
                    <a:pt x="188697" y="41910"/>
                  </a:lnTo>
                  <a:lnTo>
                    <a:pt x="188697" y="3810"/>
                  </a:lnTo>
                  <a:lnTo>
                    <a:pt x="184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96143" y="1891283"/>
              <a:ext cx="779145" cy="779145"/>
            </a:xfrm>
            <a:custGeom>
              <a:avLst/>
              <a:gdLst/>
              <a:ahLst/>
              <a:cxnLst/>
              <a:rect l="l" t="t" r="r" b="b"/>
              <a:pathLst>
                <a:path w="779145" h="779144">
                  <a:moveTo>
                    <a:pt x="389381" y="0"/>
                  </a:moveTo>
                  <a:lnTo>
                    <a:pt x="340546" y="3034"/>
                  </a:lnTo>
                  <a:lnTo>
                    <a:pt x="293518" y="11894"/>
                  </a:lnTo>
                  <a:lnTo>
                    <a:pt x="248664" y="26214"/>
                  </a:lnTo>
                  <a:lnTo>
                    <a:pt x="206348" y="45629"/>
                  </a:lnTo>
                  <a:lnTo>
                    <a:pt x="166936" y="69774"/>
                  </a:lnTo>
                  <a:lnTo>
                    <a:pt x="130793" y="98284"/>
                  </a:lnTo>
                  <a:lnTo>
                    <a:pt x="98284" y="130793"/>
                  </a:lnTo>
                  <a:lnTo>
                    <a:pt x="69774" y="166936"/>
                  </a:lnTo>
                  <a:lnTo>
                    <a:pt x="45629" y="206348"/>
                  </a:lnTo>
                  <a:lnTo>
                    <a:pt x="26214" y="248664"/>
                  </a:lnTo>
                  <a:lnTo>
                    <a:pt x="11894" y="293518"/>
                  </a:lnTo>
                  <a:lnTo>
                    <a:pt x="3034" y="340546"/>
                  </a:lnTo>
                  <a:lnTo>
                    <a:pt x="0" y="389381"/>
                  </a:lnTo>
                  <a:lnTo>
                    <a:pt x="3034" y="438217"/>
                  </a:lnTo>
                  <a:lnTo>
                    <a:pt x="11894" y="485245"/>
                  </a:lnTo>
                  <a:lnTo>
                    <a:pt x="26214" y="530099"/>
                  </a:lnTo>
                  <a:lnTo>
                    <a:pt x="45629" y="572415"/>
                  </a:lnTo>
                  <a:lnTo>
                    <a:pt x="69774" y="611827"/>
                  </a:lnTo>
                  <a:lnTo>
                    <a:pt x="98284" y="647970"/>
                  </a:lnTo>
                  <a:lnTo>
                    <a:pt x="130793" y="680479"/>
                  </a:lnTo>
                  <a:lnTo>
                    <a:pt x="166936" y="708989"/>
                  </a:lnTo>
                  <a:lnTo>
                    <a:pt x="206348" y="733134"/>
                  </a:lnTo>
                  <a:lnTo>
                    <a:pt x="248664" y="752549"/>
                  </a:lnTo>
                  <a:lnTo>
                    <a:pt x="293518" y="766869"/>
                  </a:lnTo>
                  <a:lnTo>
                    <a:pt x="340546" y="775729"/>
                  </a:lnTo>
                  <a:lnTo>
                    <a:pt x="389381" y="778763"/>
                  </a:lnTo>
                  <a:lnTo>
                    <a:pt x="438217" y="775729"/>
                  </a:lnTo>
                  <a:lnTo>
                    <a:pt x="485245" y="766869"/>
                  </a:lnTo>
                  <a:lnTo>
                    <a:pt x="530099" y="752549"/>
                  </a:lnTo>
                  <a:lnTo>
                    <a:pt x="572415" y="733134"/>
                  </a:lnTo>
                  <a:lnTo>
                    <a:pt x="611827" y="708989"/>
                  </a:lnTo>
                  <a:lnTo>
                    <a:pt x="647970" y="680479"/>
                  </a:lnTo>
                  <a:lnTo>
                    <a:pt x="680479" y="647970"/>
                  </a:lnTo>
                  <a:lnTo>
                    <a:pt x="708989" y="611827"/>
                  </a:lnTo>
                  <a:lnTo>
                    <a:pt x="733134" y="572415"/>
                  </a:lnTo>
                  <a:lnTo>
                    <a:pt x="752549" y="530099"/>
                  </a:lnTo>
                  <a:lnTo>
                    <a:pt x="766869" y="485245"/>
                  </a:lnTo>
                  <a:lnTo>
                    <a:pt x="775729" y="438217"/>
                  </a:lnTo>
                  <a:lnTo>
                    <a:pt x="778763" y="389381"/>
                  </a:lnTo>
                  <a:lnTo>
                    <a:pt x="775729" y="340546"/>
                  </a:lnTo>
                  <a:lnTo>
                    <a:pt x="766869" y="293518"/>
                  </a:lnTo>
                  <a:lnTo>
                    <a:pt x="752549" y="248664"/>
                  </a:lnTo>
                  <a:lnTo>
                    <a:pt x="733134" y="206348"/>
                  </a:lnTo>
                  <a:lnTo>
                    <a:pt x="708989" y="166936"/>
                  </a:lnTo>
                  <a:lnTo>
                    <a:pt x="680479" y="130793"/>
                  </a:lnTo>
                  <a:lnTo>
                    <a:pt x="647970" y="98284"/>
                  </a:lnTo>
                  <a:lnTo>
                    <a:pt x="611827" y="69774"/>
                  </a:lnTo>
                  <a:lnTo>
                    <a:pt x="572415" y="45629"/>
                  </a:lnTo>
                  <a:lnTo>
                    <a:pt x="530099" y="26214"/>
                  </a:lnTo>
                  <a:lnTo>
                    <a:pt x="485245" y="11894"/>
                  </a:lnTo>
                  <a:lnTo>
                    <a:pt x="438217" y="3034"/>
                  </a:lnTo>
                  <a:lnTo>
                    <a:pt x="389381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03185" y="2100910"/>
              <a:ext cx="360045" cy="367030"/>
            </a:xfrm>
            <a:custGeom>
              <a:avLst/>
              <a:gdLst/>
              <a:ahLst/>
              <a:cxnLst/>
              <a:rect l="l" t="t" r="r" b="b"/>
              <a:pathLst>
                <a:path w="360045" h="367030">
                  <a:moveTo>
                    <a:pt x="217124" y="341630"/>
                  </a:moveTo>
                  <a:lnTo>
                    <a:pt x="142538" y="341629"/>
                  </a:lnTo>
                  <a:lnTo>
                    <a:pt x="144611" y="346709"/>
                  </a:lnTo>
                  <a:lnTo>
                    <a:pt x="147512" y="351789"/>
                  </a:lnTo>
                  <a:lnTo>
                    <a:pt x="187763" y="367030"/>
                  </a:lnTo>
                  <a:lnTo>
                    <a:pt x="195247" y="364490"/>
                  </a:lnTo>
                  <a:lnTo>
                    <a:pt x="217124" y="341630"/>
                  </a:lnTo>
                  <a:close/>
                </a:path>
                <a:path w="360045" h="367030">
                  <a:moveTo>
                    <a:pt x="179879" y="57150"/>
                  </a:moveTo>
                  <a:lnTo>
                    <a:pt x="132797" y="67309"/>
                  </a:lnTo>
                  <a:lnTo>
                    <a:pt x="92950" y="93979"/>
                  </a:lnTo>
                  <a:lnTo>
                    <a:pt x="66273" y="133349"/>
                  </a:lnTo>
                  <a:lnTo>
                    <a:pt x="57572" y="173989"/>
                  </a:lnTo>
                  <a:lnTo>
                    <a:pt x="57447" y="175259"/>
                  </a:lnTo>
                  <a:lnTo>
                    <a:pt x="57322" y="176529"/>
                  </a:lnTo>
                  <a:lnTo>
                    <a:pt x="66273" y="227329"/>
                  </a:lnTo>
                  <a:lnTo>
                    <a:pt x="92951" y="266699"/>
                  </a:lnTo>
                  <a:lnTo>
                    <a:pt x="108821" y="280669"/>
                  </a:lnTo>
                  <a:lnTo>
                    <a:pt x="108821" y="335279"/>
                  </a:lnTo>
                  <a:lnTo>
                    <a:pt x="115355" y="341629"/>
                  </a:lnTo>
                  <a:lnTo>
                    <a:pt x="244213" y="341630"/>
                  </a:lnTo>
                  <a:lnTo>
                    <a:pt x="248260" y="337820"/>
                  </a:lnTo>
                  <a:lnTo>
                    <a:pt x="176979" y="337819"/>
                  </a:lnTo>
                  <a:lnTo>
                    <a:pt x="174281" y="336549"/>
                  </a:lnTo>
                  <a:lnTo>
                    <a:pt x="172210" y="335279"/>
                  </a:lnTo>
                  <a:lnTo>
                    <a:pt x="170235" y="332739"/>
                  </a:lnTo>
                  <a:lnTo>
                    <a:pt x="169204" y="330199"/>
                  </a:lnTo>
                  <a:lnTo>
                    <a:pt x="169204" y="318769"/>
                  </a:lnTo>
                  <a:lnTo>
                    <a:pt x="162565" y="312419"/>
                  </a:lnTo>
                  <a:lnTo>
                    <a:pt x="138278" y="312419"/>
                  </a:lnTo>
                  <a:lnTo>
                    <a:pt x="138278" y="295909"/>
                  </a:lnTo>
                  <a:lnTo>
                    <a:pt x="250957" y="295910"/>
                  </a:lnTo>
                  <a:lnTo>
                    <a:pt x="250957" y="280670"/>
                  </a:lnTo>
                  <a:lnTo>
                    <a:pt x="256554" y="276860"/>
                  </a:lnTo>
                  <a:lnTo>
                    <a:pt x="259196" y="274320"/>
                  </a:lnTo>
                  <a:lnTo>
                    <a:pt x="179880" y="274319"/>
                  </a:lnTo>
                  <a:lnTo>
                    <a:pt x="167088" y="273049"/>
                  </a:lnTo>
                  <a:lnTo>
                    <a:pt x="154647" y="270509"/>
                  </a:lnTo>
                  <a:lnTo>
                    <a:pt x="142712" y="266699"/>
                  </a:lnTo>
                  <a:lnTo>
                    <a:pt x="131438" y="260349"/>
                  </a:lnTo>
                  <a:lnTo>
                    <a:pt x="130812" y="260349"/>
                  </a:lnTo>
                  <a:lnTo>
                    <a:pt x="102052" y="232409"/>
                  </a:lnTo>
                  <a:lnTo>
                    <a:pt x="86204" y="180339"/>
                  </a:lnTo>
                  <a:lnTo>
                    <a:pt x="87792" y="163829"/>
                  </a:lnTo>
                  <a:lnTo>
                    <a:pt x="102051" y="128269"/>
                  </a:lnTo>
                  <a:lnTo>
                    <a:pt x="144121" y="93979"/>
                  </a:lnTo>
                  <a:lnTo>
                    <a:pt x="179879" y="86360"/>
                  </a:lnTo>
                  <a:lnTo>
                    <a:pt x="258092" y="86360"/>
                  </a:lnTo>
                  <a:lnTo>
                    <a:pt x="248030" y="77470"/>
                  </a:lnTo>
                  <a:lnTo>
                    <a:pt x="226920" y="67310"/>
                  </a:lnTo>
                  <a:lnTo>
                    <a:pt x="203999" y="59690"/>
                  </a:lnTo>
                  <a:lnTo>
                    <a:pt x="179879" y="57150"/>
                  </a:lnTo>
                  <a:close/>
                </a:path>
                <a:path w="360045" h="367030">
                  <a:moveTo>
                    <a:pt x="250957" y="295910"/>
                  </a:moveTo>
                  <a:lnTo>
                    <a:pt x="221479" y="295910"/>
                  </a:lnTo>
                  <a:lnTo>
                    <a:pt x="221479" y="312420"/>
                  </a:lnTo>
                  <a:lnTo>
                    <a:pt x="197099" y="312420"/>
                  </a:lnTo>
                  <a:lnTo>
                    <a:pt x="190565" y="318770"/>
                  </a:lnTo>
                  <a:lnTo>
                    <a:pt x="190565" y="330200"/>
                  </a:lnTo>
                  <a:lnTo>
                    <a:pt x="189429" y="332740"/>
                  </a:lnTo>
                  <a:lnTo>
                    <a:pt x="187559" y="335280"/>
                  </a:lnTo>
                  <a:lnTo>
                    <a:pt x="187346" y="335280"/>
                  </a:lnTo>
                  <a:lnTo>
                    <a:pt x="185383" y="336550"/>
                  </a:lnTo>
                  <a:lnTo>
                    <a:pt x="182578" y="337819"/>
                  </a:lnTo>
                  <a:lnTo>
                    <a:pt x="248260" y="337820"/>
                  </a:lnTo>
                  <a:lnTo>
                    <a:pt x="250957" y="335280"/>
                  </a:lnTo>
                  <a:lnTo>
                    <a:pt x="250957" y="295910"/>
                  </a:lnTo>
                  <a:close/>
                </a:path>
                <a:path w="360045" h="367030">
                  <a:moveTo>
                    <a:pt x="221479" y="295910"/>
                  </a:moveTo>
                  <a:lnTo>
                    <a:pt x="138278" y="295909"/>
                  </a:lnTo>
                  <a:lnTo>
                    <a:pt x="158729" y="300989"/>
                  </a:lnTo>
                  <a:lnTo>
                    <a:pt x="179880" y="303529"/>
                  </a:lnTo>
                  <a:lnTo>
                    <a:pt x="201030" y="300990"/>
                  </a:lnTo>
                  <a:lnTo>
                    <a:pt x="221479" y="295910"/>
                  </a:lnTo>
                  <a:close/>
                </a:path>
                <a:path w="360045" h="367030">
                  <a:moveTo>
                    <a:pt x="55908" y="241299"/>
                  </a:moveTo>
                  <a:lnTo>
                    <a:pt x="27386" y="257809"/>
                  </a:lnTo>
                  <a:lnTo>
                    <a:pt x="23232" y="260349"/>
                  </a:lnTo>
                  <a:lnTo>
                    <a:pt x="21883" y="265429"/>
                  </a:lnTo>
                  <a:lnTo>
                    <a:pt x="24167" y="270509"/>
                  </a:lnTo>
                  <a:lnTo>
                    <a:pt x="26664" y="274319"/>
                  </a:lnTo>
                  <a:lnTo>
                    <a:pt x="31846" y="275589"/>
                  </a:lnTo>
                  <a:lnTo>
                    <a:pt x="60275" y="259079"/>
                  </a:lnTo>
                  <a:lnTo>
                    <a:pt x="64417" y="256539"/>
                  </a:lnTo>
                  <a:lnTo>
                    <a:pt x="65873" y="251459"/>
                  </a:lnTo>
                  <a:lnTo>
                    <a:pt x="63587" y="247649"/>
                  </a:lnTo>
                  <a:lnTo>
                    <a:pt x="61102" y="243839"/>
                  </a:lnTo>
                  <a:lnTo>
                    <a:pt x="55908" y="241299"/>
                  </a:lnTo>
                  <a:close/>
                </a:path>
                <a:path w="360045" h="367030">
                  <a:moveTo>
                    <a:pt x="303859" y="241300"/>
                  </a:moveTo>
                  <a:lnTo>
                    <a:pt x="298669" y="243840"/>
                  </a:lnTo>
                  <a:lnTo>
                    <a:pt x="296182" y="247650"/>
                  </a:lnTo>
                  <a:lnTo>
                    <a:pt x="293790" y="251460"/>
                  </a:lnTo>
                  <a:lnTo>
                    <a:pt x="295345" y="256540"/>
                  </a:lnTo>
                  <a:lnTo>
                    <a:pt x="299387" y="259080"/>
                  </a:lnTo>
                  <a:lnTo>
                    <a:pt x="323685" y="273050"/>
                  </a:lnTo>
                  <a:lnTo>
                    <a:pt x="327918" y="275590"/>
                  </a:lnTo>
                  <a:lnTo>
                    <a:pt x="333108" y="274320"/>
                  </a:lnTo>
                  <a:lnTo>
                    <a:pt x="335595" y="270510"/>
                  </a:lnTo>
                  <a:lnTo>
                    <a:pt x="337867" y="265430"/>
                  </a:lnTo>
                  <a:lnTo>
                    <a:pt x="336528" y="260350"/>
                  </a:lnTo>
                  <a:lnTo>
                    <a:pt x="332271" y="257810"/>
                  </a:lnTo>
                  <a:lnTo>
                    <a:pt x="303859" y="241300"/>
                  </a:lnTo>
                  <a:close/>
                </a:path>
                <a:path w="360045" h="367030">
                  <a:moveTo>
                    <a:pt x="258092" y="86360"/>
                  </a:moveTo>
                  <a:lnTo>
                    <a:pt x="179879" y="86360"/>
                  </a:lnTo>
                  <a:lnTo>
                    <a:pt x="198230" y="88900"/>
                  </a:lnTo>
                  <a:lnTo>
                    <a:pt x="215646" y="93980"/>
                  </a:lnTo>
                  <a:lnTo>
                    <a:pt x="257683" y="128270"/>
                  </a:lnTo>
                  <a:lnTo>
                    <a:pt x="272743" y="173990"/>
                  </a:lnTo>
                  <a:lnTo>
                    <a:pt x="272863" y="175260"/>
                  </a:lnTo>
                  <a:lnTo>
                    <a:pt x="272983" y="176530"/>
                  </a:lnTo>
                  <a:lnTo>
                    <a:pt x="273103" y="177800"/>
                  </a:lnTo>
                  <a:lnTo>
                    <a:pt x="273222" y="179070"/>
                  </a:lnTo>
                  <a:lnTo>
                    <a:pt x="257683" y="232410"/>
                  </a:lnTo>
                  <a:lnTo>
                    <a:pt x="228957" y="260350"/>
                  </a:lnTo>
                  <a:lnTo>
                    <a:pt x="228331" y="260350"/>
                  </a:lnTo>
                  <a:lnTo>
                    <a:pt x="217042" y="266700"/>
                  </a:lnTo>
                  <a:lnTo>
                    <a:pt x="205081" y="270510"/>
                  </a:lnTo>
                  <a:lnTo>
                    <a:pt x="192632" y="273050"/>
                  </a:lnTo>
                  <a:lnTo>
                    <a:pt x="179880" y="274319"/>
                  </a:lnTo>
                  <a:lnTo>
                    <a:pt x="259196" y="274320"/>
                  </a:lnTo>
                  <a:lnTo>
                    <a:pt x="293491" y="227330"/>
                  </a:lnTo>
                  <a:lnTo>
                    <a:pt x="302580" y="182880"/>
                  </a:lnTo>
                  <a:lnTo>
                    <a:pt x="302456" y="176530"/>
                  </a:lnTo>
                  <a:lnTo>
                    <a:pt x="300457" y="156210"/>
                  </a:lnTo>
                  <a:lnTo>
                    <a:pt x="293491" y="133350"/>
                  </a:lnTo>
                  <a:lnTo>
                    <a:pt x="282167" y="111760"/>
                  </a:lnTo>
                  <a:lnTo>
                    <a:pt x="266717" y="93980"/>
                  </a:lnTo>
                  <a:lnTo>
                    <a:pt x="258092" y="86360"/>
                  </a:lnTo>
                  <a:close/>
                </a:path>
                <a:path w="360045" h="367030">
                  <a:moveTo>
                    <a:pt x="41599" y="171449"/>
                  </a:moveTo>
                  <a:lnTo>
                    <a:pt x="4047" y="171449"/>
                  </a:lnTo>
                  <a:lnTo>
                    <a:pt x="0" y="175259"/>
                  </a:lnTo>
                  <a:lnTo>
                    <a:pt x="0" y="185419"/>
                  </a:lnTo>
                  <a:lnTo>
                    <a:pt x="4047" y="189229"/>
                  </a:lnTo>
                  <a:lnTo>
                    <a:pt x="41599" y="189229"/>
                  </a:lnTo>
                  <a:lnTo>
                    <a:pt x="45540" y="185419"/>
                  </a:lnTo>
                  <a:lnTo>
                    <a:pt x="45540" y="175259"/>
                  </a:lnTo>
                  <a:lnTo>
                    <a:pt x="41599" y="171449"/>
                  </a:lnTo>
                  <a:close/>
                </a:path>
                <a:path w="360045" h="367030">
                  <a:moveTo>
                    <a:pt x="355732" y="171450"/>
                  </a:moveTo>
                  <a:lnTo>
                    <a:pt x="318160" y="171450"/>
                  </a:lnTo>
                  <a:lnTo>
                    <a:pt x="314119" y="175260"/>
                  </a:lnTo>
                  <a:lnTo>
                    <a:pt x="314119" y="185420"/>
                  </a:lnTo>
                  <a:lnTo>
                    <a:pt x="318160" y="189230"/>
                  </a:lnTo>
                  <a:lnTo>
                    <a:pt x="355732" y="189230"/>
                  </a:lnTo>
                  <a:lnTo>
                    <a:pt x="359654" y="185420"/>
                  </a:lnTo>
                  <a:lnTo>
                    <a:pt x="359654" y="175260"/>
                  </a:lnTo>
                  <a:lnTo>
                    <a:pt x="355732" y="171450"/>
                  </a:lnTo>
                  <a:close/>
                </a:path>
                <a:path w="360045" h="367030">
                  <a:moveTo>
                    <a:pt x="161108" y="158749"/>
                  </a:moveTo>
                  <a:lnTo>
                    <a:pt x="124799" y="171449"/>
                  </a:lnTo>
                  <a:lnTo>
                    <a:pt x="121475" y="173989"/>
                  </a:lnTo>
                  <a:lnTo>
                    <a:pt x="121475" y="180339"/>
                  </a:lnTo>
                  <a:lnTo>
                    <a:pt x="124799" y="182879"/>
                  </a:lnTo>
                  <a:lnTo>
                    <a:pt x="128327" y="186689"/>
                  </a:lnTo>
                  <a:lnTo>
                    <a:pt x="133722" y="186689"/>
                  </a:lnTo>
                  <a:lnTo>
                    <a:pt x="139627" y="181609"/>
                  </a:lnTo>
                  <a:lnTo>
                    <a:pt x="142432" y="179069"/>
                  </a:lnTo>
                  <a:lnTo>
                    <a:pt x="148660" y="176529"/>
                  </a:lnTo>
                  <a:lnTo>
                    <a:pt x="238282" y="176530"/>
                  </a:lnTo>
                  <a:lnTo>
                    <a:pt x="238282" y="173990"/>
                  </a:lnTo>
                  <a:lnTo>
                    <a:pt x="234862" y="171450"/>
                  </a:lnTo>
                  <a:lnTo>
                    <a:pt x="231028" y="166370"/>
                  </a:lnTo>
                  <a:lnTo>
                    <a:pt x="179880" y="166370"/>
                  </a:lnTo>
                  <a:lnTo>
                    <a:pt x="177287" y="163829"/>
                  </a:lnTo>
                  <a:lnTo>
                    <a:pt x="174802" y="162559"/>
                  </a:lnTo>
                  <a:lnTo>
                    <a:pt x="171997" y="161289"/>
                  </a:lnTo>
                  <a:lnTo>
                    <a:pt x="166707" y="160019"/>
                  </a:lnTo>
                  <a:lnTo>
                    <a:pt x="161108" y="158749"/>
                  </a:lnTo>
                  <a:close/>
                </a:path>
                <a:path w="360045" h="367030">
                  <a:moveTo>
                    <a:pt x="197525" y="176530"/>
                  </a:moveTo>
                  <a:lnTo>
                    <a:pt x="162139" y="176529"/>
                  </a:lnTo>
                  <a:lnTo>
                    <a:pt x="168364" y="179069"/>
                  </a:lnTo>
                  <a:lnTo>
                    <a:pt x="171275" y="181609"/>
                  </a:lnTo>
                  <a:lnTo>
                    <a:pt x="173760" y="182879"/>
                  </a:lnTo>
                  <a:lnTo>
                    <a:pt x="177086" y="186689"/>
                  </a:lnTo>
                  <a:lnTo>
                    <a:pt x="182577" y="186690"/>
                  </a:lnTo>
                  <a:lnTo>
                    <a:pt x="186009" y="182880"/>
                  </a:lnTo>
                  <a:lnTo>
                    <a:pt x="188494" y="181610"/>
                  </a:lnTo>
                  <a:lnTo>
                    <a:pt x="191395" y="179070"/>
                  </a:lnTo>
                  <a:lnTo>
                    <a:pt x="194413" y="177800"/>
                  </a:lnTo>
                  <a:lnTo>
                    <a:pt x="197525" y="176530"/>
                  </a:lnTo>
                  <a:close/>
                </a:path>
                <a:path w="360045" h="367030">
                  <a:moveTo>
                    <a:pt x="238282" y="176530"/>
                  </a:moveTo>
                  <a:lnTo>
                    <a:pt x="211111" y="176530"/>
                  </a:lnTo>
                  <a:lnTo>
                    <a:pt x="214120" y="177800"/>
                  </a:lnTo>
                  <a:lnTo>
                    <a:pt x="217231" y="179070"/>
                  </a:lnTo>
                  <a:lnTo>
                    <a:pt x="220237" y="181610"/>
                  </a:lnTo>
                  <a:lnTo>
                    <a:pt x="222521" y="182880"/>
                  </a:lnTo>
                  <a:lnTo>
                    <a:pt x="225846" y="186690"/>
                  </a:lnTo>
                  <a:lnTo>
                    <a:pt x="231444" y="186690"/>
                  </a:lnTo>
                  <a:lnTo>
                    <a:pt x="234862" y="182880"/>
                  </a:lnTo>
                  <a:lnTo>
                    <a:pt x="238282" y="180340"/>
                  </a:lnTo>
                  <a:lnTo>
                    <a:pt x="238282" y="176530"/>
                  </a:lnTo>
                  <a:close/>
                </a:path>
                <a:path w="360045" h="367030">
                  <a:moveTo>
                    <a:pt x="209963" y="158750"/>
                  </a:moveTo>
                  <a:lnTo>
                    <a:pt x="198661" y="158750"/>
                  </a:lnTo>
                  <a:lnTo>
                    <a:pt x="187666" y="161290"/>
                  </a:lnTo>
                  <a:lnTo>
                    <a:pt x="182269" y="163830"/>
                  </a:lnTo>
                  <a:lnTo>
                    <a:pt x="179880" y="166370"/>
                  </a:lnTo>
                  <a:lnTo>
                    <a:pt x="231028" y="166370"/>
                  </a:lnTo>
                  <a:lnTo>
                    <a:pt x="226046" y="163830"/>
                  </a:lnTo>
                  <a:lnTo>
                    <a:pt x="215679" y="160020"/>
                  </a:lnTo>
                  <a:lnTo>
                    <a:pt x="209963" y="158750"/>
                  </a:lnTo>
                  <a:close/>
                </a:path>
                <a:path w="360045" h="367030">
                  <a:moveTo>
                    <a:pt x="32049" y="85089"/>
                  </a:moveTo>
                  <a:lnTo>
                    <a:pt x="26663" y="86359"/>
                  </a:lnTo>
                  <a:lnTo>
                    <a:pt x="21682" y="93979"/>
                  </a:lnTo>
                  <a:lnTo>
                    <a:pt x="23136" y="100329"/>
                  </a:lnTo>
                  <a:lnTo>
                    <a:pt x="51552" y="116839"/>
                  </a:lnTo>
                  <a:lnTo>
                    <a:pt x="55707" y="118109"/>
                  </a:lnTo>
                  <a:lnTo>
                    <a:pt x="61102" y="116839"/>
                  </a:lnTo>
                  <a:lnTo>
                    <a:pt x="66074" y="109219"/>
                  </a:lnTo>
                  <a:lnTo>
                    <a:pt x="64629" y="104139"/>
                  </a:lnTo>
                  <a:lnTo>
                    <a:pt x="60370" y="101599"/>
                  </a:lnTo>
                  <a:lnTo>
                    <a:pt x="36203" y="87629"/>
                  </a:lnTo>
                  <a:lnTo>
                    <a:pt x="32049" y="85089"/>
                  </a:lnTo>
                  <a:close/>
                </a:path>
                <a:path w="360045" h="367030">
                  <a:moveTo>
                    <a:pt x="327918" y="85090"/>
                  </a:moveTo>
                  <a:lnTo>
                    <a:pt x="323685" y="87630"/>
                  </a:lnTo>
                  <a:lnTo>
                    <a:pt x="299386" y="101600"/>
                  </a:lnTo>
                  <a:lnTo>
                    <a:pt x="295345" y="104140"/>
                  </a:lnTo>
                  <a:lnTo>
                    <a:pt x="293790" y="109220"/>
                  </a:lnTo>
                  <a:lnTo>
                    <a:pt x="296182" y="113030"/>
                  </a:lnTo>
                  <a:lnTo>
                    <a:pt x="298669" y="116840"/>
                  </a:lnTo>
                  <a:lnTo>
                    <a:pt x="303859" y="118110"/>
                  </a:lnTo>
                  <a:lnTo>
                    <a:pt x="308211" y="116840"/>
                  </a:lnTo>
                  <a:lnTo>
                    <a:pt x="332270" y="102870"/>
                  </a:lnTo>
                  <a:lnTo>
                    <a:pt x="336527" y="100330"/>
                  </a:lnTo>
                  <a:lnTo>
                    <a:pt x="337867" y="93980"/>
                  </a:lnTo>
                  <a:lnTo>
                    <a:pt x="335595" y="90170"/>
                  </a:lnTo>
                  <a:lnTo>
                    <a:pt x="333107" y="86360"/>
                  </a:lnTo>
                  <a:lnTo>
                    <a:pt x="327918" y="85090"/>
                  </a:lnTo>
                  <a:close/>
                </a:path>
                <a:path w="360045" h="367030">
                  <a:moveTo>
                    <a:pt x="94089" y="21589"/>
                  </a:moveTo>
                  <a:lnTo>
                    <a:pt x="85790" y="26669"/>
                  </a:lnTo>
                  <a:lnTo>
                    <a:pt x="84336" y="31749"/>
                  </a:lnTo>
                  <a:lnTo>
                    <a:pt x="86833" y="36829"/>
                  </a:lnTo>
                  <a:lnTo>
                    <a:pt x="100728" y="60959"/>
                  </a:lnTo>
                  <a:lnTo>
                    <a:pt x="103222" y="64769"/>
                  </a:lnTo>
                  <a:lnTo>
                    <a:pt x="108608" y="66039"/>
                  </a:lnTo>
                  <a:lnTo>
                    <a:pt x="112552" y="63499"/>
                  </a:lnTo>
                  <a:lnTo>
                    <a:pt x="116916" y="62229"/>
                  </a:lnTo>
                  <a:lnTo>
                    <a:pt x="118361" y="55879"/>
                  </a:lnTo>
                  <a:lnTo>
                    <a:pt x="115874" y="52069"/>
                  </a:lnTo>
                  <a:lnTo>
                    <a:pt x="101969" y="27939"/>
                  </a:lnTo>
                  <a:lnTo>
                    <a:pt x="99484" y="24129"/>
                  </a:lnTo>
                  <a:lnTo>
                    <a:pt x="94089" y="21589"/>
                  </a:lnTo>
                  <a:close/>
                </a:path>
                <a:path w="360045" h="367030">
                  <a:moveTo>
                    <a:pt x="265689" y="21590"/>
                  </a:moveTo>
                  <a:lnTo>
                    <a:pt x="260284" y="24130"/>
                  </a:lnTo>
                  <a:lnTo>
                    <a:pt x="257797" y="27940"/>
                  </a:lnTo>
                  <a:lnTo>
                    <a:pt x="243902" y="52070"/>
                  </a:lnTo>
                  <a:lnTo>
                    <a:pt x="241391" y="55880"/>
                  </a:lnTo>
                  <a:lnTo>
                    <a:pt x="242849" y="62230"/>
                  </a:lnTo>
                  <a:lnTo>
                    <a:pt x="247011" y="63500"/>
                  </a:lnTo>
                  <a:lnTo>
                    <a:pt x="251148" y="66040"/>
                  </a:lnTo>
                  <a:lnTo>
                    <a:pt x="256553" y="64770"/>
                  </a:lnTo>
                  <a:lnTo>
                    <a:pt x="258945" y="60960"/>
                  </a:lnTo>
                  <a:lnTo>
                    <a:pt x="275423" y="31750"/>
                  </a:lnTo>
                  <a:lnTo>
                    <a:pt x="273868" y="26670"/>
                  </a:lnTo>
                  <a:lnTo>
                    <a:pt x="269731" y="24130"/>
                  </a:lnTo>
                  <a:lnTo>
                    <a:pt x="265689" y="21590"/>
                  </a:lnTo>
                  <a:close/>
                </a:path>
                <a:path w="360045" h="367030">
                  <a:moveTo>
                    <a:pt x="184660" y="0"/>
                  </a:moveTo>
                  <a:lnTo>
                    <a:pt x="175003" y="0"/>
                  </a:lnTo>
                  <a:lnTo>
                    <a:pt x="171061" y="3809"/>
                  </a:lnTo>
                  <a:lnTo>
                    <a:pt x="171062" y="41909"/>
                  </a:lnTo>
                  <a:lnTo>
                    <a:pt x="175003" y="45719"/>
                  </a:lnTo>
                  <a:lnTo>
                    <a:pt x="184660" y="45720"/>
                  </a:lnTo>
                  <a:lnTo>
                    <a:pt x="188697" y="41910"/>
                  </a:lnTo>
                  <a:lnTo>
                    <a:pt x="188697" y="3810"/>
                  </a:lnTo>
                  <a:lnTo>
                    <a:pt x="184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7348" y="2923159"/>
            <a:ext cx="347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0" dirty="0">
                <a:solidFill>
                  <a:srgbClr val="0066FF"/>
                </a:solidFill>
                <a:latin typeface="Tahoma"/>
                <a:cs typeface="Tahoma"/>
              </a:rPr>
              <a:t>01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6779" y="2939541"/>
            <a:ext cx="409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66FF"/>
                </a:solidFill>
                <a:latin typeface="Tahoma"/>
                <a:cs typeface="Tahoma"/>
              </a:rPr>
              <a:t>02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4552" y="3642741"/>
            <a:ext cx="173736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Arial MT"/>
              </a:rPr>
              <a:t>This project successfully implemented an end-to-end data science pipeline starting from web scraping to machine learning modeling.</a:t>
            </a:r>
            <a:endParaRPr sz="1200" dirty="0">
              <a:latin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15817" y="3642741"/>
            <a:ext cx="186626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Arial MT"/>
              </a:rPr>
              <a:t>Historical cryptocurrency data was scraped, cleaned, transformed, and stored efficiently using Python and MySQL</a:t>
            </a:r>
            <a:endParaRPr sz="1200" dirty="0">
              <a:latin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7034" y="2939541"/>
            <a:ext cx="409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66FF"/>
                </a:solidFill>
                <a:latin typeface="Tahoma"/>
                <a:cs typeface="Tahoma"/>
              </a:rPr>
              <a:t>03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17260" y="3614166"/>
            <a:ext cx="188023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200" dirty="0">
                <a:latin typeface="Arial MT"/>
              </a:rPr>
              <a:t>Advanced feature engineering techniques were applied to enhance data quality and model performance.</a:t>
            </a:r>
            <a:endParaRPr sz="1200" dirty="0">
              <a:latin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62747" y="2954858"/>
            <a:ext cx="1858010" cy="2708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solidFill>
                  <a:srgbClr val="0066FF"/>
                </a:solidFill>
                <a:latin typeface="Tahoma"/>
                <a:cs typeface="Tahoma"/>
              </a:rPr>
              <a:t>04</a:t>
            </a:r>
            <a:endParaRPr lang="en-IN" sz="24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310"/>
              </a:spcBef>
            </a:pPr>
            <a:r>
              <a:rPr lang="en-US" sz="1200" dirty="0">
                <a:latin typeface="Arial MT"/>
                <a:cs typeface="Arial MT"/>
              </a:rPr>
              <a:t>A Bitcoin weekly price movement (UP/DOWN) classification model was developed using multiple machine learning algorithms. Gradient Boost emerged as the best-performing model with an accuracy of ~95.76%, demonstrating strong predictive capability.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02645" y="2923159"/>
            <a:ext cx="410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66FF"/>
                </a:solidFill>
                <a:latin typeface="Tahoma"/>
                <a:cs typeface="Tahoma"/>
              </a:rPr>
              <a:t>05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08234" y="3589782"/>
            <a:ext cx="188087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Arial MT"/>
              </a:rPr>
              <a:t>The project highlights how data-driven approaches can be used to analyze and predict trends in financial markets.</a:t>
            </a:r>
            <a:endParaRPr sz="1200" dirty="0">
              <a:latin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110" dirty="0"/>
              <a:t>Thank</a:t>
            </a:r>
            <a:r>
              <a:rPr sz="6000" spc="-100" dirty="0"/>
              <a:t> </a:t>
            </a:r>
            <a:r>
              <a:rPr sz="6000" spc="80" dirty="0"/>
              <a:t>you </a:t>
            </a:r>
            <a:r>
              <a:rPr sz="6000" spc="130" dirty="0"/>
              <a:t>For</a:t>
            </a:r>
            <a:r>
              <a:rPr sz="6000" spc="-105" dirty="0"/>
              <a:t> </a:t>
            </a:r>
            <a:r>
              <a:rPr sz="6000" spc="225" dirty="0"/>
              <a:t>Watching</a:t>
            </a:r>
            <a:endParaRPr sz="6000"/>
          </a:p>
        </p:txBody>
      </p:sp>
      <p:sp>
        <p:nvSpPr>
          <p:cNvPr id="4" name="object 4"/>
          <p:cNvSpPr/>
          <p:nvPr/>
        </p:nvSpPr>
        <p:spPr>
          <a:xfrm>
            <a:off x="701040" y="4742688"/>
            <a:ext cx="1632585" cy="452755"/>
          </a:xfrm>
          <a:custGeom>
            <a:avLst/>
            <a:gdLst/>
            <a:ahLst/>
            <a:cxnLst/>
            <a:rect l="l" t="t" r="r" b="b"/>
            <a:pathLst>
              <a:path w="1632585" h="452754">
                <a:moveTo>
                  <a:pt x="1405890" y="0"/>
                </a:moveTo>
                <a:lnTo>
                  <a:pt x="226313" y="0"/>
                </a:lnTo>
                <a:lnTo>
                  <a:pt x="180702" y="4598"/>
                </a:lnTo>
                <a:lnTo>
                  <a:pt x="138220" y="17787"/>
                </a:lnTo>
                <a:lnTo>
                  <a:pt x="99778" y="38656"/>
                </a:lnTo>
                <a:lnTo>
                  <a:pt x="66284" y="66293"/>
                </a:lnTo>
                <a:lnTo>
                  <a:pt x="38649" y="99789"/>
                </a:lnTo>
                <a:lnTo>
                  <a:pt x="17784" y="138231"/>
                </a:lnTo>
                <a:lnTo>
                  <a:pt x="4597" y="180710"/>
                </a:lnTo>
                <a:lnTo>
                  <a:pt x="0" y="226313"/>
                </a:lnTo>
                <a:lnTo>
                  <a:pt x="4597" y="271917"/>
                </a:lnTo>
                <a:lnTo>
                  <a:pt x="17784" y="314396"/>
                </a:lnTo>
                <a:lnTo>
                  <a:pt x="38649" y="352838"/>
                </a:lnTo>
                <a:lnTo>
                  <a:pt x="66284" y="386334"/>
                </a:lnTo>
                <a:lnTo>
                  <a:pt x="99778" y="413971"/>
                </a:lnTo>
                <a:lnTo>
                  <a:pt x="138220" y="434840"/>
                </a:lnTo>
                <a:lnTo>
                  <a:pt x="180702" y="448029"/>
                </a:lnTo>
                <a:lnTo>
                  <a:pt x="226313" y="452628"/>
                </a:lnTo>
                <a:lnTo>
                  <a:pt x="1405890" y="452628"/>
                </a:lnTo>
                <a:lnTo>
                  <a:pt x="1451493" y="448029"/>
                </a:lnTo>
                <a:lnTo>
                  <a:pt x="1493972" y="434840"/>
                </a:lnTo>
                <a:lnTo>
                  <a:pt x="1532414" y="413971"/>
                </a:lnTo>
                <a:lnTo>
                  <a:pt x="1565910" y="386334"/>
                </a:lnTo>
                <a:lnTo>
                  <a:pt x="1593547" y="352838"/>
                </a:lnTo>
                <a:lnTo>
                  <a:pt x="1614416" y="314396"/>
                </a:lnTo>
                <a:lnTo>
                  <a:pt x="1627605" y="271917"/>
                </a:lnTo>
                <a:lnTo>
                  <a:pt x="1632203" y="226313"/>
                </a:lnTo>
                <a:lnTo>
                  <a:pt x="1627605" y="180710"/>
                </a:lnTo>
                <a:lnTo>
                  <a:pt x="1614416" y="138231"/>
                </a:lnTo>
                <a:lnTo>
                  <a:pt x="1593547" y="99789"/>
                </a:lnTo>
                <a:lnTo>
                  <a:pt x="1565910" y="66293"/>
                </a:lnTo>
                <a:lnTo>
                  <a:pt x="1532414" y="38656"/>
                </a:lnTo>
                <a:lnTo>
                  <a:pt x="1493972" y="17787"/>
                </a:lnTo>
                <a:lnTo>
                  <a:pt x="1451493" y="4598"/>
                </a:lnTo>
                <a:lnTo>
                  <a:pt x="1405890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6998" y="4850638"/>
            <a:ext cx="11677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803" y="3912108"/>
            <a:ext cx="103632" cy="1036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403" y="3912108"/>
            <a:ext cx="103632" cy="1036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955" y="3912108"/>
            <a:ext cx="102107" cy="103631"/>
          </a:xfrm>
          <a:prstGeom prst="rect">
            <a:avLst/>
          </a:prstGeom>
        </p:spPr>
      </p:pic>
      <p:sp>
        <p:nvSpPr>
          <p:cNvPr id="15" name="object 3">
            <a:extLst>
              <a:ext uri="{FF2B5EF4-FFF2-40B4-BE49-F238E27FC236}">
                <a16:creationId xmlns:a16="http://schemas.microsoft.com/office/drawing/2014/main" id="{AF4F2D17-D8BB-EFC2-607F-0B9B577912A1}"/>
              </a:ext>
            </a:extLst>
          </p:cNvPr>
          <p:cNvSpPr txBox="1"/>
          <p:nvPr/>
        </p:nvSpPr>
        <p:spPr>
          <a:xfrm>
            <a:off x="883411" y="6229908"/>
            <a:ext cx="11677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CC99"/>
                </a:solidFill>
                <a:latin typeface="Tahoma"/>
                <a:cs typeface="Tahoma"/>
              </a:rPr>
              <a:t>PRESENTATION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77400B3D-0110-942F-DB04-51CD8BA3A273}"/>
              </a:ext>
            </a:extLst>
          </p:cNvPr>
          <p:cNvSpPr txBox="1"/>
          <p:nvPr/>
        </p:nvSpPr>
        <p:spPr>
          <a:xfrm>
            <a:off x="4678425" y="6229908"/>
            <a:ext cx="3193033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b="1" dirty="0" err="1">
                <a:solidFill>
                  <a:srgbClr val="00CC99"/>
                </a:solidFill>
                <a:latin typeface="Tahoma"/>
                <a:cs typeface="Tahoma"/>
              </a:rPr>
              <a:t>cOURSE</a:t>
            </a:r>
            <a:r>
              <a:rPr sz="1100" b="1" spc="9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00CC99"/>
                </a:solidFill>
                <a:latin typeface="Tahoma"/>
                <a:cs typeface="Tahoma"/>
              </a:rPr>
              <a:t>:</a:t>
            </a:r>
            <a:r>
              <a:rPr sz="1100" b="1" spc="9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lang="en-IN" sz="1050" dirty="0">
                <a:solidFill>
                  <a:srgbClr val="7E7E7E"/>
                </a:solidFill>
                <a:latin typeface="Arial MT"/>
              </a:rPr>
              <a:t>MSc Computer Science &amp; Data Science</a:t>
            </a:r>
            <a:endParaRPr sz="1050" dirty="0">
              <a:solidFill>
                <a:srgbClr val="7E7E7E"/>
              </a:solidFill>
              <a:latin typeface="Arial MT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74A2EEC5-0D3F-51BD-7099-4BECB8D2128A}"/>
              </a:ext>
            </a:extLst>
          </p:cNvPr>
          <p:cNvSpPr txBox="1"/>
          <p:nvPr/>
        </p:nvSpPr>
        <p:spPr>
          <a:xfrm>
            <a:off x="9601200" y="6218699"/>
            <a:ext cx="20574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50" dirty="0">
                <a:solidFill>
                  <a:srgbClr val="00CC99"/>
                </a:solidFill>
                <a:latin typeface="Tahoma"/>
                <a:cs typeface="Tahoma"/>
              </a:rPr>
              <a:t>PREPARED</a:t>
            </a:r>
            <a:r>
              <a:rPr sz="1100" b="1" dirty="0">
                <a:solidFill>
                  <a:srgbClr val="00CC99"/>
                </a:solidFill>
                <a:latin typeface="Tahoma"/>
                <a:cs typeface="Tahoma"/>
              </a:rPr>
              <a:t> BY</a:t>
            </a:r>
            <a:r>
              <a:rPr sz="1100" b="1" spc="5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00CC99"/>
                </a:solidFill>
                <a:latin typeface="Tahoma"/>
                <a:cs typeface="Tahoma"/>
              </a:rPr>
              <a:t>:</a:t>
            </a:r>
            <a:r>
              <a:rPr sz="1100" b="1" spc="2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67070"/>
                </a:solidFill>
                <a:latin typeface="Arial MT"/>
                <a:cs typeface="Arial MT"/>
              </a:rPr>
              <a:t>Bhavan</a:t>
            </a:r>
            <a:r>
              <a:rPr sz="1050" spc="-5" dirty="0">
                <a:solidFill>
                  <a:srgbClr val="767070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767070"/>
                </a:solidFill>
                <a:latin typeface="Arial MT"/>
                <a:cs typeface="Arial MT"/>
              </a:rPr>
              <a:t>V</a:t>
            </a:r>
            <a:r>
              <a:rPr lang="en-IN" sz="1050" spc="-25" dirty="0">
                <a:solidFill>
                  <a:srgbClr val="767070"/>
                </a:solidFill>
                <a:latin typeface="Arial MT"/>
                <a:cs typeface="Arial MT"/>
              </a:rPr>
              <a:t>ASU</a:t>
            </a:r>
            <a:endParaRPr sz="10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633</Words>
  <Application>Microsoft Office PowerPoint</Application>
  <PresentationFormat>Widescreen</PresentationFormat>
  <Paragraphs>117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MT</vt:lpstr>
      <vt:lpstr>Calibri</vt:lpstr>
      <vt:lpstr>Tahoma</vt:lpstr>
      <vt:lpstr>Wingdings</vt:lpstr>
      <vt:lpstr>Office Theme</vt:lpstr>
      <vt:lpstr>Historical Cryptocurrency Analysis</vt:lpstr>
      <vt:lpstr>AGENDA</vt:lpstr>
      <vt:lpstr>Short description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abbey</dc:creator>
  <cp:lastModifiedBy>VASU Bhavan</cp:lastModifiedBy>
  <cp:revision>1</cp:revision>
  <dcterms:created xsi:type="dcterms:W3CDTF">2025-12-27T01:06:33Z</dcterms:created>
  <dcterms:modified xsi:type="dcterms:W3CDTF">2025-12-27T02:59:28Z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2025-12-27T00:00:00Z</vt:filetime>
  </property>
  <property fmtid="{D5CDD505-2E9C-101B-9397-08002B2CF9AE}" pid="5" name="MSIP_Label_defa4170-0d19-0005-0004-bc88714345d2_ActionId">
    <vt:lpwstr>4d9a527d-b1f3-4f67-8845-025e5b0e27e7</vt:lpwstr>
  </property>
  <property fmtid="{D5CDD505-2E9C-101B-9397-08002B2CF9AE}" pid="6" name="MSIP_Label_defa4170-0d19-0005-0004-bc88714345d2_ContentBits">
    <vt:lpwstr>0</vt:lpwstr>
  </property>
  <property fmtid="{D5CDD505-2E9C-101B-9397-08002B2CF9AE}" pid="7" name="MSIP_Label_defa4170-0d19-0005-0004-bc88714345d2_Enabled">
    <vt:lpwstr>true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etDate">
    <vt:lpwstr>2024-03-24T10:23:01Z</vt:lpwstr>
  </property>
  <property fmtid="{D5CDD505-2E9C-101B-9397-08002B2CF9AE}" pid="11" name="MSIP_Label_defa4170-0d19-0005-0004-bc88714345d2_SiteId">
    <vt:lpwstr>f7aefcb9-b31c-4048-9a79-804d20147394</vt:lpwstr>
  </property>
  <property fmtid="{D5CDD505-2E9C-101B-9397-08002B2CF9AE}" pid="12" name="Producer">
    <vt:lpwstr>Microsoft® PowerPoint® for Microsoft 365</vt:lpwstr>
  </property>
</Properties>
</file>